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Action1.xml" ContentType="application/vnd.ms-office.inkAct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</p:sldIdLst>
  <p:sldSz cx="18288000" cy="10287000"/>
  <p:notesSz cx="6858000" cy="9144000"/>
  <p:embeddedFontLst>
    <p:embeddedFont>
      <p:font typeface="Arimo Bold" panose="020B0604020202020204" charset="0"/>
      <p:regular r:id="rId10"/>
    </p:embeddedFont>
    <p:embeddedFont>
      <p:font typeface="Cy Grotesk Wide Semi-Bold" panose="020B0604020202020204" charset="0"/>
      <p:regular r:id="rId11"/>
    </p:embeddedFont>
    <p:embeddedFont>
      <p:font typeface="Horizon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FE7876-5C00-4209-A1D0-47C58A7A5FA9}" v="29" dt="2026-03-06T19:18:58.182"/>
    <p1510:client id="{83A0C120-7E29-2A06-9EFA-4B07219B136F}" v="2" dt="2026-03-06T19:08:29.723"/>
    <p1510:client id="{B8AF8F0E-9E25-4B45-A226-05883E71601B}" v="44" dt="2026-03-06T15:48:28.8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22" autoAdjust="0"/>
  </p:normalViewPr>
  <p:slideViewPr>
    <p:cSldViewPr>
      <p:cViewPr varScale="1">
        <p:scale>
          <a:sx n="70" d="100"/>
          <a:sy n="70" d="100"/>
        </p:scale>
        <p:origin x="81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Action1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3-03T14:23:06.99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  <inkml:brush xml:id="br1">
      <inkml:brushProperty name="width" value="0.05292" units="cm"/>
      <inkml:brushProperty name="height" value="0.05292" units="cm"/>
      <inkml:brushProperty name="color" value="#D4D4D4"/>
    </inkml:brush>
    <inkml:brush xml:id="br2">
      <inkml:brushProperty name="width" value="0.055" units="cm"/>
      <inkml:brushProperty name="height" value="0.055" units="cm"/>
    </inkml:brush>
  </inkml:definitions>
  <iact:action type="add" startTime="51944">
    <iact:property name="dataType"/>
    <iact:actionData xml:id="d0">
      <inkml:trace xmlns:inkml="http://www.w3.org/2003/InkML" xml:id="stk0" contextRef="#ctx0" brushRef="#br0">4421 16629 0,'-66'66'57,"-198"660"-54,264 66 57,132 65-58,198-593 57,792 132-56,-858-396-1,857 0 25,-857 0 3,-132 0-28,66-66 29,0-462 0,-66-132 0,-132 133 3,0 395-9,0 66-22,0 0-1,0-132 28,0 66-28,-66-66 27,66 132-27,-66 0 54,-66 0-54,66 66 29,0-66-28</inkml:trace>
    </iact:actionData>
  </iact:action>
  <iact:action type="add" startTime="52704">
    <iact:property name="dataType"/>
    <iact:actionData xml:id="d1">
      <inkml:trace xmlns:inkml="http://www.w3.org/2003/InkML" xml:id="stk1" contextRef="#ctx0" brushRef="#br0">7588 16893 0,'66'66'92</inkml:trace>
    </iact:actionData>
  </iact:action>
  <iact:action type="add" startTime="52962">
    <iact:property name="dataType"/>
    <iact:actionData xml:id="d2">
      <inkml:trace xmlns:inkml="http://www.w3.org/2003/InkML" xml:id="stk2" contextRef="#ctx0" brushRef="#br0">8182 17223 0,'66'198'95,"66"-66"-95</inkml:trace>
    </iact:actionData>
  </iact:action>
  <iact:action type="add" startTime="55080">
    <iact:property name="dataType"/>
    <iact:actionData xml:id="d3">
      <inkml:trace xmlns:inkml="http://www.w3.org/2003/InkML" xml:id="stk3" contextRef="#ctx0" brushRef="#br1">5543 17751 0,'-66'132'60,"-66"923"-58,132-527 0,0 726 28,0-990-27,0 330 23,0-528 6</inkml:trace>
    </iact:actionData>
  </iact:action>
  <iact:action type="add" startTime="55761">
    <iact:property name="dataType"/>
    <iact:actionData xml:id="d4">
      <inkml:trace xmlns:inkml="http://www.w3.org/2003/InkML" xml:id="stk4" contextRef="#ctx0" brushRef="#br1">6466 18740 0,'-791'330'61,"-1"396"-58,528-462 55,132-66-56,198-132 122,2837 198-123,-858 462 59,-923-264-58,-1056-396 36,0 0 17,66-132-53,-66-132 0,66-396 55,-132-462-55,-198 528 43,132 396-43,-264 66 38,198 66-38,66 0 34,-528 66-34,528 132 26,-264 0-26,330 462 59,198 66-59,198-462 59,792-330-59,-924 0 0,329-396 39,-197 132-40,-264-66 45,-132 330 32,-132 198-76,-264 1716 59,396-726-58,132-858-3,66 198 59,330-858-57,-198 0 27,857-1650-25,-989 1320-2,-66-594 54,-132 727-53,0 527 25,0-66 18,-528 659-44,397 133 59,197-132-57,-1-528-4,67 0 11,462 0 36,-528 66 15,132 594-60,528 462 59,791-858-59,199-1320 58,-1387-858-58,-856 991 42,197 725-41,198 198 0,-132 198 24,-330 527-23,264-329-4,66 198 28,0 198-25,133-660-2,196 66 56,529-462-55,462-1122 59,-990 1188-59,66 462 57,462 924-56,-397-924-3,199 198 64,66-1254-62,-396 462 22,132-330-22,-198 594 58,198 330-27,-66-66-31,198-66 40,0-396-40,-132-198 59,-132 330-59,65 132 0,727 924 57,726 264-56,-1519-1122-1,133-198 55,924-1254-55,-792 990 57,-594 528 97,-4354 1716-154,2770-1452 30,-3297 594-30,3825-858 0,-857-132 24,725 0 34,1123 0-58,263 0 238</inkml:trace>
    </iact:actionData>
  </iact:action>
  <iact:action type="add" startTime="60072">
    <iact:property name="dataType"/>
    <iact:actionData xml:id="d5">
      <inkml:trace xmlns:inkml="http://www.w3.org/2003/InkML" xml:id="stk5" contextRef="#ctx0" brushRef="#br1">26127 21182 0,'0'-132'61,"-528"0"-58,0 0-1,-8048-264 55,-4223 396-55,9434 0 4,-2309 0 49,4553 0-53,2638 0 162,-264 0-162,9897 0 44,-4750 0-43,-3366-396 42,-2968 396-42</inkml:trace>
    </iact:actionData>
  </iact:action>
  <iact:action type="add" startTime="61363">
    <iact:property name="dataType"/>
    <iact:actionData xml:id="d6">
      <inkml:trace xmlns:inkml="http://www.w3.org/2003/InkML" xml:id="stk6" contextRef="#ctx0" brushRef="#br1">16363 19928 0,'0'0'0,"-132"-132"28,-2441 594-26,-3629 264 28,3761-594-28,-1649-132 56,2968 0-56,1848-1914 29,1583-791 0,462 1385 1,-2177 1254-1,-199 2046 29,1 527-57,-396-2375 27,0-66 35,66 0-65</inkml:trace>
    </iact:actionData>
  </iact:action>
  <iact:action type="remove" startTime="62745">
    <iact:property name="style" value="instant"/>
    <iact:actionData xml:id="d7" ref="#d4"/>
  </iact:action>
  <iact:action type="remove" startTime="62777">
    <iact:property name="style" value="instant"/>
    <iact:actionData xml:id="d8" ref="#d0"/>
  </iact:action>
  <iact:action type="remove" startTime="62777">
    <iact:property name="style" value="instant"/>
    <iact:actionData xml:id="d9" ref="#d6"/>
  </iact:action>
  <iact:action type="remove" startTime="62785">
    <iact:property name="style" value="instant"/>
    <iact:actionData xml:id="d10" ref="#d3"/>
  </iact:action>
  <iact:action type="add" startTime="62714">
    <iact:property name="dataType" value="strokeEraser"/>
    <iact:actionData xml:id="d11">
      <inkml:trace xmlns:inkml="http://www.w3.org/2003/InkML" xml:id="stk7" contextRef="#ctx0" brushRef="#br2">50734 53256 0,'0'0'12,"-528"0"-9,0 0-1,-131 0 11,-133 0-5,-264 0-5,67 0 6,-1122 0 9,923 0-12,396 0 1,-725 0 9,1121 0 0,330 0 1,-198-66-1,-66-264 0</inkml:trace>
    </iact:actionData>
  </iact:action>
  <iact:action type="remove" startTime="63335">
    <iact:property name="style" value="instant"/>
    <iact:actionData xml:id="d12" ref="#d5"/>
  </iact:action>
  <iact:action type="add" startTime="62952">
    <iact:property name="dataType" value="strokeEraser"/>
    <iact:actionData xml:id="d13">
      <inkml:trace xmlns:inkml="http://www.w3.org/2003/InkML" xml:id="stk8" contextRef="#ctx0" brushRef="#br2">38925 51607 0,'132'-66'114,"263"0"-109,463-66 3,0 0 5,-1 0 3,1 0-12,-396 132-2,198 0 13,-133 132 0,-131 330 1,0 198 0,-132-133 0,-66 67 1,-198-528 0,0 0 76,66 132-85,0 0 3,132 66-5,264 0 10,527-132 0,661-132 1,593-330 0,-330-462 0,-198 66-1,-725 397 0,-858 263 2,-396 66 41,66 66-52</inkml:trace>
    </iact:actionData>
  </iact:action>
</iact:action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g"/><Relationship Id="rId3" Type="http://schemas.openxmlformats.org/officeDocument/2006/relationships/image" Target="../media/image16.svg"/><Relationship Id="rId7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16.svg"/><Relationship Id="rId7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23.jpg"/><Relationship Id="rId5" Type="http://schemas.openxmlformats.org/officeDocument/2006/relationships/image" Target="../media/image18.svg"/><Relationship Id="rId10" Type="http://schemas.openxmlformats.org/officeDocument/2006/relationships/image" Target="../media/image22.jpg"/><Relationship Id="rId4" Type="http://schemas.openxmlformats.org/officeDocument/2006/relationships/image" Target="../media/image17.png"/><Relationship Id="rId9" Type="http://schemas.openxmlformats.org/officeDocument/2006/relationships/image" Target="../media/image21.jpe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11/relationships/inkAction" Target="../ink/inkAction1.xml"/><Relationship Id="rId3" Type="http://schemas.openxmlformats.org/officeDocument/2006/relationships/image" Target="../media/image16.svg"/><Relationship Id="rId7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8.svg"/><Relationship Id="rId10" Type="http://schemas.openxmlformats.org/officeDocument/2006/relationships/image" Target="../media/image24.jpg"/><Relationship Id="rId4" Type="http://schemas.openxmlformats.org/officeDocument/2006/relationships/image" Target="../media/image17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openxmlformats.org/officeDocument/2006/relationships/image" Target="../media/image16.svg"/><Relationship Id="rId21" Type="http://schemas.openxmlformats.org/officeDocument/2006/relationships/image" Target="../media/image38.png"/><Relationship Id="rId7" Type="http://schemas.openxmlformats.org/officeDocument/2006/relationships/image" Target="../media/image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image" Target="../media/image15.png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28.png"/><Relationship Id="rId24" Type="http://schemas.openxmlformats.org/officeDocument/2006/relationships/image" Target="../media/image41.png"/><Relationship Id="rId5" Type="http://schemas.openxmlformats.org/officeDocument/2006/relationships/image" Target="../media/image18.svg"/><Relationship Id="rId15" Type="http://schemas.openxmlformats.org/officeDocument/2006/relationships/image" Target="../media/image32.png"/><Relationship Id="rId23" Type="http://schemas.openxmlformats.org/officeDocument/2006/relationships/image" Target="../media/image40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4" Type="http://schemas.openxmlformats.org/officeDocument/2006/relationships/image" Target="../media/image17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Relationship Id="rId22" Type="http://schemas.openxmlformats.org/officeDocument/2006/relationships/image" Target="../media/image3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signable.live/" TargetMode="External"/><Relationship Id="rId13" Type="http://schemas.openxmlformats.org/officeDocument/2006/relationships/hyperlink" Target="https://islrtc.nic.in/" TargetMode="External"/><Relationship Id="rId3" Type="http://schemas.openxmlformats.org/officeDocument/2006/relationships/image" Target="../media/image16.svg"/><Relationship Id="rId7" Type="http://schemas.openxmlformats.org/officeDocument/2006/relationships/image" Target="../media/image4.png"/><Relationship Id="rId12" Type="http://schemas.openxmlformats.org/officeDocument/2006/relationships/hyperlink" Target="https://www.ijraset.com/research-paper/advances-in-indian-" TargetMode="External"/><Relationship Id="rId2" Type="http://schemas.openxmlformats.org/officeDocument/2006/relationships/image" Target="../media/image15.png"/><Relationship Id="rId16" Type="http://schemas.openxmlformats.org/officeDocument/2006/relationships/hyperlink" Target="https://www.upload-apk.com/en/kfzyzHCzTVVOK3i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hyperlink" Target="https://cognitive.iiitb.ac.in/isli/" TargetMode="External"/><Relationship Id="rId5" Type="http://schemas.openxmlformats.org/officeDocument/2006/relationships/image" Target="../media/image18.svg"/><Relationship Id="rId15" Type="http://schemas.openxmlformats.org/officeDocument/2006/relationships/hyperlink" Target="kridikshit.onrender.com" TargetMode="External"/><Relationship Id="rId10" Type="http://schemas.openxmlformats.org/officeDocument/2006/relationships/hyperlink" Target="https://github.com/Mishra-Shreya/Sanket" TargetMode="External"/><Relationship Id="rId4" Type="http://schemas.openxmlformats.org/officeDocument/2006/relationships/image" Target="../media/image17.png"/><Relationship Id="rId9" Type="http://schemas.openxmlformats.org/officeDocument/2006/relationships/hyperlink" Target="https://def.org.in/def-isl-app/" TargetMode="External"/><Relationship Id="rId14" Type="http://schemas.openxmlformats.org/officeDocument/2006/relationships/hyperlink" Target="https://youtu.be/SrEAjmk_OdE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3.png"/><Relationship Id="rId3" Type="http://schemas.openxmlformats.org/officeDocument/2006/relationships/image" Target="../media/image16.svg"/><Relationship Id="rId7" Type="http://schemas.openxmlformats.org/officeDocument/2006/relationships/image" Target="../media/image4.png"/><Relationship Id="rId12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png"/><Relationship Id="rId5" Type="http://schemas.openxmlformats.org/officeDocument/2006/relationships/image" Target="../media/image18.svg"/><Relationship Id="rId10" Type="http://schemas.openxmlformats.org/officeDocument/2006/relationships/image" Target="../media/image9.png"/><Relationship Id="rId4" Type="http://schemas.openxmlformats.org/officeDocument/2006/relationships/image" Target="../media/image17.png"/><Relationship Id="rId9" Type="http://schemas.openxmlformats.org/officeDocument/2006/relationships/image" Target="../media/image6.png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84300" y="519147"/>
            <a:ext cx="17447434" cy="1973484"/>
            <a:chOff x="0" y="0"/>
            <a:chExt cx="4351475" cy="49219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51475" cy="492196"/>
            </a:xfrm>
            <a:custGeom>
              <a:avLst/>
              <a:gdLst/>
              <a:ahLst/>
              <a:cxnLst/>
              <a:rect l="l" t="t" r="r" b="b"/>
              <a:pathLst>
                <a:path w="4351475" h="492196">
                  <a:moveTo>
                    <a:pt x="44373" y="0"/>
                  </a:moveTo>
                  <a:lnTo>
                    <a:pt x="4307102" y="0"/>
                  </a:lnTo>
                  <a:cubicBezTo>
                    <a:pt x="4318870" y="0"/>
                    <a:pt x="4330157" y="4675"/>
                    <a:pt x="4338479" y="12997"/>
                  </a:cubicBezTo>
                  <a:cubicBezTo>
                    <a:pt x="4346800" y="21318"/>
                    <a:pt x="4351475" y="32604"/>
                    <a:pt x="4351475" y="44373"/>
                  </a:cubicBezTo>
                  <a:lnTo>
                    <a:pt x="4351475" y="447824"/>
                  </a:lnTo>
                  <a:cubicBezTo>
                    <a:pt x="4351475" y="459592"/>
                    <a:pt x="4346800" y="470878"/>
                    <a:pt x="4338479" y="479200"/>
                  </a:cubicBezTo>
                  <a:cubicBezTo>
                    <a:pt x="4330157" y="487522"/>
                    <a:pt x="4318870" y="492196"/>
                    <a:pt x="4307102" y="492196"/>
                  </a:cubicBezTo>
                  <a:lnTo>
                    <a:pt x="44373" y="492196"/>
                  </a:lnTo>
                  <a:cubicBezTo>
                    <a:pt x="32604" y="492196"/>
                    <a:pt x="21318" y="487522"/>
                    <a:pt x="12997" y="479200"/>
                  </a:cubicBezTo>
                  <a:cubicBezTo>
                    <a:pt x="4675" y="470878"/>
                    <a:pt x="0" y="459592"/>
                    <a:pt x="0" y="447824"/>
                  </a:cubicBezTo>
                  <a:lnTo>
                    <a:pt x="0" y="44373"/>
                  </a:lnTo>
                  <a:cubicBezTo>
                    <a:pt x="0" y="32604"/>
                    <a:pt x="4675" y="21318"/>
                    <a:pt x="12997" y="12997"/>
                  </a:cubicBezTo>
                  <a:cubicBezTo>
                    <a:pt x="21318" y="4675"/>
                    <a:pt x="32604" y="0"/>
                    <a:pt x="44373" y="0"/>
                  </a:cubicBezTo>
                  <a:close/>
                </a:path>
              </a:pathLst>
            </a:custGeom>
            <a:solidFill>
              <a:srgbClr val="000000">
                <a:alpha val="34902"/>
              </a:srgbClr>
            </a:solidFill>
            <a:ln w="38100" cap="rnd">
              <a:solidFill>
                <a:srgbClr val="E47F42">
                  <a:alpha val="34902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351475" cy="5398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7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7811385" y="519147"/>
            <a:ext cx="2218659" cy="1890160"/>
          </a:xfrm>
          <a:custGeom>
            <a:avLst/>
            <a:gdLst/>
            <a:ahLst/>
            <a:cxnLst/>
            <a:rect l="l" t="t" r="r" b="b"/>
            <a:pathLst>
              <a:path w="2218659" h="1890160">
                <a:moveTo>
                  <a:pt x="0" y="0"/>
                </a:moveTo>
                <a:lnTo>
                  <a:pt x="2218659" y="0"/>
                </a:lnTo>
                <a:lnTo>
                  <a:pt x="2218659" y="1890160"/>
                </a:lnTo>
                <a:lnTo>
                  <a:pt x="0" y="18901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840" t="-13167" r="-6840" b="-202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6256819" y="860541"/>
            <a:ext cx="1300456" cy="1300456"/>
          </a:xfrm>
          <a:custGeom>
            <a:avLst/>
            <a:gdLst/>
            <a:ahLst/>
            <a:cxnLst/>
            <a:rect l="l" t="t" r="r" b="b"/>
            <a:pathLst>
              <a:path w="1300456" h="1300456">
                <a:moveTo>
                  <a:pt x="0" y="0"/>
                </a:moveTo>
                <a:lnTo>
                  <a:pt x="1300456" y="0"/>
                </a:lnTo>
                <a:lnTo>
                  <a:pt x="1300456" y="1300456"/>
                </a:lnTo>
                <a:lnTo>
                  <a:pt x="0" y="13004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2759341" y="1091192"/>
            <a:ext cx="1105101" cy="771461"/>
          </a:xfrm>
          <a:custGeom>
            <a:avLst/>
            <a:gdLst/>
            <a:ahLst/>
            <a:cxnLst/>
            <a:rect l="l" t="t" r="r" b="b"/>
            <a:pathLst>
              <a:path w="1105101" h="771461">
                <a:moveTo>
                  <a:pt x="0" y="0"/>
                </a:moveTo>
                <a:lnTo>
                  <a:pt x="1105101" y="0"/>
                </a:lnTo>
                <a:lnTo>
                  <a:pt x="1105101" y="771461"/>
                </a:lnTo>
                <a:lnTo>
                  <a:pt x="0" y="7714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4642" r="-63095" b="-4799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4118029" y="735088"/>
            <a:ext cx="1677177" cy="1674219"/>
          </a:xfrm>
          <a:custGeom>
            <a:avLst/>
            <a:gdLst/>
            <a:ahLst/>
            <a:cxnLst/>
            <a:rect l="l" t="t" r="r" b="b"/>
            <a:pathLst>
              <a:path w="1677177" h="1674219">
                <a:moveTo>
                  <a:pt x="0" y="0"/>
                </a:moveTo>
                <a:lnTo>
                  <a:pt x="1677178" y="0"/>
                </a:lnTo>
                <a:lnTo>
                  <a:pt x="1677178" y="1674219"/>
                </a:lnTo>
                <a:lnTo>
                  <a:pt x="0" y="16742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836" t="-507" b="-50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4387725" y="3950854"/>
            <a:ext cx="9571518" cy="521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06"/>
              </a:lnSpc>
            </a:pPr>
            <a:endParaRPr/>
          </a:p>
        </p:txBody>
      </p:sp>
      <p:grpSp>
        <p:nvGrpSpPr>
          <p:cNvPr id="11" name="Group 11"/>
          <p:cNvGrpSpPr/>
          <p:nvPr/>
        </p:nvGrpSpPr>
        <p:grpSpPr>
          <a:xfrm>
            <a:off x="4811007" y="2523607"/>
            <a:ext cx="9607353" cy="3531362"/>
            <a:chOff x="0" y="0"/>
            <a:chExt cx="12809803" cy="4708482"/>
          </a:xfrm>
        </p:grpSpPr>
        <p:sp>
          <p:nvSpPr>
            <p:cNvPr id="12" name="Freeform 12"/>
            <p:cNvSpPr/>
            <p:nvPr/>
          </p:nvSpPr>
          <p:spPr>
            <a:xfrm>
              <a:off x="0" y="181125"/>
              <a:ext cx="4696902" cy="4346233"/>
            </a:xfrm>
            <a:custGeom>
              <a:avLst/>
              <a:gdLst/>
              <a:ahLst/>
              <a:cxnLst/>
              <a:rect l="l" t="t" r="r" b="b"/>
              <a:pathLst>
                <a:path w="4696902" h="4346233">
                  <a:moveTo>
                    <a:pt x="0" y="0"/>
                  </a:moveTo>
                  <a:lnTo>
                    <a:pt x="4696902" y="0"/>
                  </a:lnTo>
                  <a:lnTo>
                    <a:pt x="4696902" y="4346232"/>
                  </a:lnTo>
                  <a:lnTo>
                    <a:pt x="0" y="4346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1415" t="-12336" r="-9682" b="-1853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4080767" y="0"/>
              <a:ext cx="8729037" cy="4708482"/>
            </a:xfrm>
            <a:custGeom>
              <a:avLst/>
              <a:gdLst/>
              <a:ahLst/>
              <a:cxnLst/>
              <a:rect l="l" t="t" r="r" b="b"/>
              <a:pathLst>
                <a:path w="8729037" h="4708482">
                  <a:moveTo>
                    <a:pt x="0" y="0"/>
                  </a:moveTo>
                  <a:lnTo>
                    <a:pt x="8729036" y="0"/>
                  </a:lnTo>
                  <a:lnTo>
                    <a:pt x="8729036" y="4708482"/>
                  </a:lnTo>
                  <a:lnTo>
                    <a:pt x="0" y="47084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411" r="-41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Freeform 14"/>
          <p:cNvSpPr/>
          <p:nvPr/>
        </p:nvSpPr>
        <p:spPr>
          <a:xfrm>
            <a:off x="16047147" y="806173"/>
            <a:ext cx="1341500" cy="1341500"/>
          </a:xfrm>
          <a:custGeom>
            <a:avLst/>
            <a:gdLst/>
            <a:ahLst/>
            <a:cxnLst/>
            <a:rect l="l" t="t" r="r" b="b"/>
            <a:pathLst>
              <a:path w="1341500" h="1341500">
                <a:moveTo>
                  <a:pt x="0" y="0"/>
                </a:moveTo>
                <a:lnTo>
                  <a:pt x="1341500" y="0"/>
                </a:lnTo>
                <a:lnTo>
                  <a:pt x="1341500" y="1341500"/>
                </a:lnTo>
                <a:lnTo>
                  <a:pt x="0" y="13415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611013" y="308940"/>
            <a:ext cx="2334286" cy="2334286"/>
          </a:xfrm>
          <a:custGeom>
            <a:avLst/>
            <a:gdLst/>
            <a:ahLst/>
            <a:cxnLst/>
            <a:rect l="l" t="t" r="r" b="b"/>
            <a:pathLst>
              <a:path w="2334286" h="2334286">
                <a:moveTo>
                  <a:pt x="0" y="0"/>
                </a:moveTo>
                <a:lnTo>
                  <a:pt x="2334285" y="0"/>
                </a:lnTo>
                <a:lnTo>
                  <a:pt x="2334285" y="2334285"/>
                </a:lnTo>
                <a:lnTo>
                  <a:pt x="0" y="233428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2403771" y="794967"/>
            <a:ext cx="1199908" cy="1343181"/>
          </a:xfrm>
          <a:custGeom>
            <a:avLst/>
            <a:gdLst/>
            <a:ahLst/>
            <a:cxnLst/>
            <a:rect l="l" t="t" r="r" b="b"/>
            <a:pathLst>
              <a:path w="1199908" h="1343181">
                <a:moveTo>
                  <a:pt x="0" y="0"/>
                </a:moveTo>
                <a:lnTo>
                  <a:pt x="1199908" y="0"/>
                </a:lnTo>
                <a:lnTo>
                  <a:pt x="1199908" y="1343181"/>
                </a:lnTo>
                <a:lnTo>
                  <a:pt x="0" y="134318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360180" y="6284716"/>
            <a:ext cx="10440003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22"/>
              </a:lnSpc>
              <a:spcBef>
                <a:spcPct val="0"/>
              </a:spcBef>
            </a:pPr>
            <a:r>
              <a:rPr lang="en-US" sz="2945" b="1" dirty="0">
                <a:solidFill>
                  <a:srgbClr val="FFFFFF"/>
                </a:solidFill>
                <a:latin typeface="Cy Grotesk Wide Semi-Bold"/>
                <a:ea typeface="Cy Grotesk Wide Semi-Bold"/>
                <a:cs typeface="Cy Grotesk Wide Semi-Bold"/>
                <a:sym typeface="Cy Grotesk Wide Semi-Bold"/>
              </a:rPr>
              <a:t>Team Name: KRIDIKSHIT</a:t>
            </a:r>
          </a:p>
        </p:txBody>
      </p:sp>
      <p:sp>
        <p:nvSpPr>
          <p:cNvPr id="21" name="Freeform 21"/>
          <p:cNvSpPr/>
          <p:nvPr/>
        </p:nvSpPr>
        <p:spPr>
          <a:xfrm>
            <a:off x="5729913" y="5630867"/>
            <a:ext cx="6608064" cy="4665819"/>
          </a:xfrm>
          <a:custGeom>
            <a:avLst/>
            <a:gdLst/>
            <a:ahLst/>
            <a:cxnLst/>
            <a:rect l="l" t="t" r="r" b="b"/>
            <a:pathLst>
              <a:path w="6608064" h="8415325">
                <a:moveTo>
                  <a:pt x="0" y="0"/>
                </a:moveTo>
                <a:lnTo>
                  <a:pt x="6608064" y="0"/>
                </a:lnTo>
                <a:lnTo>
                  <a:pt x="6608064" y="8415325"/>
                </a:lnTo>
                <a:lnTo>
                  <a:pt x="0" y="84153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86129" t="-236674" r="-108329" b="-80358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2" name="Freeform 22"/>
          <p:cNvSpPr/>
          <p:nvPr/>
        </p:nvSpPr>
        <p:spPr>
          <a:xfrm>
            <a:off x="10284154" y="806173"/>
            <a:ext cx="1540743" cy="1409193"/>
          </a:xfrm>
          <a:custGeom>
            <a:avLst/>
            <a:gdLst/>
            <a:ahLst/>
            <a:cxnLst/>
            <a:rect l="l" t="t" r="r" b="b"/>
            <a:pathLst>
              <a:path w="1540743" h="1409193">
                <a:moveTo>
                  <a:pt x="0" y="0"/>
                </a:moveTo>
                <a:lnTo>
                  <a:pt x="1540744" y="0"/>
                </a:lnTo>
                <a:lnTo>
                  <a:pt x="1540744" y="1409193"/>
                </a:lnTo>
                <a:lnTo>
                  <a:pt x="0" y="140919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290" t="-173" b="-50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4260730" y="806173"/>
            <a:ext cx="1480807" cy="1437732"/>
          </a:xfrm>
          <a:custGeom>
            <a:avLst/>
            <a:gdLst/>
            <a:ahLst/>
            <a:cxnLst/>
            <a:rect l="l" t="t" r="r" b="b"/>
            <a:pathLst>
              <a:path w="1480807" h="1437732">
                <a:moveTo>
                  <a:pt x="0" y="0"/>
                </a:moveTo>
                <a:lnTo>
                  <a:pt x="1480807" y="0"/>
                </a:lnTo>
                <a:lnTo>
                  <a:pt x="1480807" y="1437731"/>
                </a:lnTo>
                <a:lnTo>
                  <a:pt x="0" y="143773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3869" r="-3545" b="-27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0">
            <a:extLst>
              <a:ext uri="{FF2B5EF4-FFF2-40B4-BE49-F238E27FC236}">
                <a16:creationId xmlns:a16="http://schemas.microsoft.com/office/drawing/2014/main" id="{CBECF1CE-150E-E718-DAC2-9A5E52CC05EB}"/>
              </a:ext>
            </a:extLst>
          </p:cNvPr>
          <p:cNvSpPr txBox="1"/>
          <p:nvPr/>
        </p:nvSpPr>
        <p:spPr>
          <a:xfrm>
            <a:off x="12221256" y="6085945"/>
            <a:ext cx="6608063" cy="35779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22"/>
              </a:lnSpc>
              <a:spcBef>
                <a:spcPct val="0"/>
              </a:spcBef>
            </a:pPr>
            <a:r>
              <a:rPr lang="en-US" sz="2945" b="1" dirty="0">
                <a:solidFill>
                  <a:srgbClr val="FFFFFF"/>
                </a:solidFill>
                <a:latin typeface="Cy Grotesk Wide Semi-Bold"/>
                <a:ea typeface="Cy Grotesk Wide Semi-Bold"/>
                <a:cs typeface="Cy Grotesk Wide Semi-Bold"/>
                <a:sym typeface="Cy Grotesk Wide Semi-Bold"/>
              </a:rPr>
              <a:t>Members Name and Affiliation:</a:t>
            </a:r>
          </a:p>
          <a:p>
            <a:pPr>
              <a:lnSpc>
                <a:spcPts val="3122"/>
              </a:lnSpc>
              <a:spcBef>
                <a:spcPct val="0"/>
              </a:spcBef>
            </a:pPr>
            <a:endParaRPr lang="en-US" sz="2945" b="1" dirty="0">
              <a:solidFill>
                <a:srgbClr val="FFFFFF"/>
              </a:solidFill>
              <a:latin typeface="Cy Grotesk Wide Semi-Bold"/>
              <a:ea typeface="Cy Grotesk Wide Semi-Bold"/>
              <a:cs typeface="Cy Grotesk Wide Semi-Bold"/>
              <a:sym typeface="Cy Grotesk Wide Semi-Bold"/>
            </a:endParaRPr>
          </a:p>
          <a:p>
            <a:pPr>
              <a:lnSpc>
                <a:spcPts val="3122"/>
              </a:lnSpc>
              <a:spcBef>
                <a:spcPct val="0"/>
              </a:spcBef>
            </a:pPr>
            <a:r>
              <a:rPr lang="en-US" sz="2945" b="1" dirty="0">
                <a:solidFill>
                  <a:srgbClr val="FFFFFF"/>
                </a:solidFill>
                <a:latin typeface="Cy Grotesk Wide Semi-Bold"/>
                <a:ea typeface="Cy Grotesk Wide Semi-Bold"/>
                <a:cs typeface="Cy Grotesk Wide Semi-Bold"/>
                <a:sym typeface="Cy Grotesk Wide Semi-Bold"/>
              </a:rPr>
              <a:t>Krishnav Talukdar (AKTU)</a:t>
            </a:r>
          </a:p>
          <a:p>
            <a:pPr>
              <a:lnSpc>
                <a:spcPts val="3122"/>
              </a:lnSpc>
              <a:spcBef>
                <a:spcPct val="0"/>
              </a:spcBef>
            </a:pPr>
            <a:r>
              <a:rPr lang="en-US" sz="2945" b="1" dirty="0">
                <a:solidFill>
                  <a:srgbClr val="FFFFFF"/>
                </a:solidFill>
                <a:latin typeface="Cy Grotesk Wide Semi-Bold"/>
                <a:ea typeface="Cy Grotesk Wide Semi-Bold"/>
                <a:cs typeface="Cy Grotesk Wide Semi-Bold"/>
                <a:sym typeface="Cy Grotesk Wide Semi-Bold"/>
              </a:rPr>
              <a:t>Karan Negi (AKTU)</a:t>
            </a:r>
          </a:p>
          <a:p>
            <a:pPr>
              <a:lnSpc>
                <a:spcPts val="3122"/>
              </a:lnSpc>
              <a:spcBef>
                <a:spcPct val="0"/>
              </a:spcBef>
            </a:pPr>
            <a:r>
              <a:rPr lang="en-US" sz="2945" b="1" dirty="0">
                <a:solidFill>
                  <a:srgbClr val="FFFFFF"/>
                </a:solidFill>
                <a:latin typeface="Cy Grotesk Wide Semi-Bold"/>
                <a:ea typeface="Cy Grotesk Wide Semi-Bold"/>
                <a:cs typeface="Cy Grotesk Wide Semi-Bold"/>
                <a:sym typeface="Cy Grotesk Wide Semi-Bold"/>
              </a:rPr>
              <a:t>Vishal Singh (AKTU)</a:t>
            </a:r>
          </a:p>
          <a:p>
            <a:pPr>
              <a:lnSpc>
                <a:spcPts val="3122"/>
              </a:lnSpc>
              <a:spcBef>
                <a:spcPct val="0"/>
              </a:spcBef>
            </a:pPr>
            <a:r>
              <a:rPr lang="en-US" sz="2945" b="1" dirty="0">
                <a:solidFill>
                  <a:srgbClr val="FFFFFF"/>
                </a:solidFill>
                <a:latin typeface="Cy Grotesk Wide Semi-Bold"/>
                <a:ea typeface="Cy Grotesk Wide Semi-Bold"/>
                <a:cs typeface="Cy Grotesk Wide Semi-Bold"/>
                <a:sym typeface="Cy Grotesk Wide Semi-Bold"/>
              </a:rPr>
              <a:t>Vansh Tyagi (AKTU)</a:t>
            </a:r>
          </a:p>
          <a:p>
            <a:pPr>
              <a:lnSpc>
                <a:spcPts val="3122"/>
              </a:lnSpc>
              <a:spcBef>
                <a:spcPct val="0"/>
              </a:spcBef>
            </a:pPr>
            <a:r>
              <a:rPr lang="en-US" sz="2945" b="1" dirty="0">
                <a:solidFill>
                  <a:srgbClr val="FFFFFF"/>
                </a:solidFill>
                <a:latin typeface="Cy Grotesk Wide Semi-Bold"/>
                <a:ea typeface="Cy Grotesk Wide Semi-Bold"/>
                <a:cs typeface="Cy Grotesk Wide Semi-Bold"/>
                <a:sym typeface="Cy Grotesk Wide Semi-Bold"/>
              </a:rPr>
              <a:t>Sonali Kumari (AKTU)</a:t>
            </a:r>
          </a:p>
          <a:p>
            <a:pPr>
              <a:lnSpc>
                <a:spcPts val="3122"/>
              </a:lnSpc>
              <a:spcBef>
                <a:spcPct val="0"/>
              </a:spcBef>
            </a:pPr>
            <a:r>
              <a:rPr lang="en-US" sz="2945" b="1" dirty="0">
                <a:solidFill>
                  <a:srgbClr val="FFFFFF"/>
                </a:solidFill>
                <a:latin typeface="Cy Grotesk Wide Semi-Bold"/>
                <a:ea typeface="Cy Grotesk Wide Semi-Bold"/>
                <a:cs typeface="Cy Grotesk Wide Semi-Bold"/>
                <a:sym typeface="Cy Grotesk Wide Semi-Bold"/>
              </a:rPr>
              <a:t>Priya Singh (AKTU)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-5400000">
            <a:off x="3905451" y="-4606044"/>
            <a:ext cx="11177825" cy="19873686"/>
          </a:xfrm>
          <a:custGeom>
            <a:avLst/>
            <a:gdLst/>
            <a:ahLst/>
            <a:cxnLst/>
            <a:rect l="l" t="t" r="r" b="b"/>
            <a:pathLst>
              <a:path w="11177825" h="19873686">
                <a:moveTo>
                  <a:pt x="0" y="0"/>
                </a:moveTo>
                <a:lnTo>
                  <a:pt x="11177825" y="0"/>
                </a:lnTo>
                <a:lnTo>
                  <a:pt x="11177825" y="19873686"/>
                </a:lnTo>
                <a:lnTo>
                  <a:pt x="0" y="198736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5" name="TextBox 15"/>
          <p:cNvSpPr txBox="1"/>
          <p:nvPr/>
        </p:nvSpPr>
        <p:spPr>
          <a:xfrm>
            <a:off x="1" y="800100"/>
            <a:ext cx="18288000" cy="7134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67"/>
              </a:lnSpc>
            </a:pPr>
            <a:r>
              <a:rPr lang="en-US" sz="4795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PROBLEM STATEMENT</a:t>
            </a:r>
            <a:endParaRPr lang="en-US" sz="4795" dirty="0">
              <a:solidFill>
                <a:srgbClr val="FFE00F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15676333" y="108342"/>
            <a:ext cx="2374487" cy="2022916"/>
          </a:xfrm>
          <a:custGeom>
            <a:avLst/>
            <a:gdLst/>
            <a:ahLst/>
            <a:cxnLst/>
            <a:rect l="l" t="t" r="r" b="b"/>
            <a:pathLst>
              <a:path w="2374487" h="2022916">
                <a:moveTo>
                  <a:pt x="0" y="0"/>
                </a:moveTo>
                <a:lnTo>
                  <a:pt x="2374487" y="0"/>
                </a:lnTo>
                <a:lnTo>
                  <a:pt x="2374487" y="2022916"/>
                </a:lnTo>
                <a:lnTo>
                  <a:pt x="0" y="20229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840" t="-13167" r="-6840" b="-202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609600" y="469572"/>
            <a:ext cx="1300456" cy="1300456"/>
          </a:xfrm>
          <a:custGeom>
            <a:avLst/>
            <a:gdLst/>
            <a:ahLst/>
            <a:cxnLst/>
            <a:rect l="l" t="t" r="r" b="b"/>
            <a:pathLst>
              <a:path w="1300456" h="1300456">
                <a:moveTo>
                  <a:pt x="0" y="0"/>
                </a:moveTo>
                <a:lnTo>
                  <a:pt x="1300456" y="0"/>
                </a:lnTo>
                <a:lnTo>
                  <a:pt x="1300456" y="1300456"/>
                </a:lnTo>
                <a:lnTo>
                  <a:pt x="0" y="13004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5CDCBC-F337-D395-3089-EEB8015669FD}"/>
              </a:ext>
            </a:extLst>
          </p:cNvPr>
          <p:cNvSpPr txBox="1"/>
          <p:nvPr/>
        </p:nvSpPr>
        <p:spPr>
          <a:xfrm>
            <a:off x="5570848" y="1770028"/>
            <a:ext cx="7146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highlight>
                  <a:srgbClr val="FFFF00"/>
                </a:highlight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rPr>
              <a:t>India’s Silent Communication Crisis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17E681-43C2-1FF4-48FF-90F0B9FAF9DB}"/>
              </a:ext>
            </a:extLst>
          </p:cNvPr>
          <p:cNvSpPr txBox="1"/>
          <p:nvPr/>
        </p:nvSpPr>
        <p:spPr>
          <a:xfrm>
            <a:off x="467033" y="3623738"/>
            <a:ext cx="12133351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SCALE OF THE CHALLENGE</a:t>
            </a:r>
          </a:p>
          <a:p>
            <a:endParaRPr lang="en-IN" sz="2500" dirty="0">
              <a:solidFill>
                <a:schemeClr val="bg1"/>
              </a:solidFill>
              <a:latin typeface="Arial" panose="020B0604020202020204" pitchFamily="34" charset="0"/>
              <a:ea typeface="Arimo Bold" panose="020B060402020202020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India's </a:t>
            </a:r>
            <a:r>
              <a:rPr lang="en-US" sz="25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63 million </a:t>
            </a:r>
            <a:r>
              <a:rPr lang="en-US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mute and </a:t>
            </a:r>
            <a:r>
              <a:rPr lang="en-US" sz="25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million </a:t>
            </a:r>
            <a:r>
              <a:rPr lang="en-US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deaf individuals face critical communication barriers due to the acute lack of accessible Indian Sign Language (ISL) services. (</a:t>
            </a:r>
            <a:r>
              <a:rPr lang="en-IN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WHO, 2023).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ISL was officially recognized only in 2020, limiting prior technological development (Govt. of India, MINISTRY OF SOCIAL JUSTICE, 2020).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Only </a:t>
            </a:r>
            <a:r>
              <a:rPr lang="en-US" sz="25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~5%</a:t>
            </a:r>
            <a:r>
              <a:rPr lang="en-US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hearing-impaired children in India receive basic schooling, and only </a:t>
            </a:r>
            <a:r>
              <a:rPr lang="en-US" sz="25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~1%</a:t>
            </a:r>
            <a:r>
              <a:rPr lang="en-US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have access to quality education. (Hindustan Times, 2019)</a:t>
            </a:r>
            <a:endParaRPr lang="en-IN" sz="2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SYSTEMIC GAPS</a:t>
            </a:r>
          </a:p>
          <a:p>
            <a:endParaRPr lang="en-IN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 AI sign-language tools prioritize </a:t>
            </a:r>
            <a:r>
              <a:rPr lang="en-US" sz="2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American Sign Language (ASL)</a:t>
            </a:r>
            <a:r>
              <a:rPr lang="en-US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 not India Sign Language.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Shortage</a:t>
            </a:r>
            <a:r>
              <a:rPr lang="en-US" sz="2500" spc="-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n-US" sz="2500" spc="-8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</a:t>
            </a:r>
            <a:r>
              <a:rPr lang="en-US" sz="2500" spc="-7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language</a:t>
            </a:r>
            <a:r>
              <a:rPr lang="en-US" sz="2500" spc="-6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500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interpreters &amp; India have </a:t>
            </a:r>
            <a:r>
              <a:rPr lang="en-US" sz="2500" b="1" spc="-1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300 Certified Interpreter</a:t>
            </a:r>
            <a:r>
              <a:rPr lang="en-US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 existing solutions offer static ISL dictionaries, not real-time conversational translation</a:t>
            </a:r>
            <a:r>
              <a:rPr lang="en-IN" sz="2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2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bg1"/>
              </a:solidFill>
              <a:latin typeface="Arial" panose="020B0604020202020204" pitchFamily="34" charset="0"/>
              <a:ea typeface="Arimo Bold" panose="020B060402020202020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9E44B1-0CA7-F99D-72FE-0650C45F710A}"/>
              </a:ext>
            </a:extLst>
          </p:cNvPr>
          <p:cNvSpPr txBox="1"/>
          <p:nvPr/>
        </p:nvSpPr>
        <p:spPr>
          <a:xfrm>
            <a:off x="467033" y="2496781"/>
            <a:ext cx="16296968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  <a:latin typeface="Arial" panose="020B0604020202020204" pitchFamily="34" charset="0"/>
                <a:ea typeface="Arimo Bold" panose="020B0604020202020204" charset="0"/>
                <a:cs typeface="Arial" panose="020B0604020202020204" pitchFamily="34" charset="0"/>
              </a:rPr>
              <a:t>India has one of the largest deaf populations globally, yet communication infrastructure for Indian Sign Language (ISL) is critically underdeveloped.</a:t>
            </a:r>
          </a:p>
          <a:p>
            <a:endParaRPr lang="en-IN" sz="2000" dirty="0"/>
          </a:p>
        </p:txBody>
      </p:sp>
      <p:pic>
        <p:nvPicPr>
          <p:cNvPr id="6" name="object 60">
            <a:extLst>
              <a:ext uri="{FF2B5EF4-FFF2-40B4-BE49-F238E27FC236}">
                <a16:creationId xmlns:a16="http://schemas.microsoft.com/office/drawing/2014/main" id="{7DB836A3-0F6D-BBBC-4CAF-648B48DA4219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456368" y="3222237"/>
            <a:ext cx="5662165" cy="68178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AB077D-DAB4-07F0-66C3-C1F04BD3A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AAB0F6FC-F22F-7E12-05C1-840B7EB5D63D}"/>
              </a:ext>
            </a:extLst>
          </p:cNvPr>
          <p:cNvSpPr/>
          <p:nvPr/>
        </p:nvSpPr>
        <p:spPr>
          <a:xfrm rot="-5400000">
            <a:off x="3905451" y="-4606044"/>
            <a:ext cx="11177825" cy="19873686"/>
          </a:xfrm>
          <a:custGeom>
            <a:avLst/>
            <a:gdLst/>
            <a:ahLst/>
            <a:cxnLst/>
            <a:rect l="l" t="t" r="r" b="b"/>
            <a:pathLst>
              <a:path w="11177825" h="19873686">
                <a:moveTo>
                  <a:pt x="0" y="0"/>
                </a:moveTo>
                <a:lnTo>
                  <a:pt x="11177825" y="0"/>
                </a:lnTo>
                <a:lnTo>
                  <a:pt x="11177825" y="19873686"/>
                </a:lnTo>
                <a:lnTo>
                  <a:pt x="0" y="198736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D59E4E52-1FC5-5401-F49B-F762C5A07C11}"/>
              </a:ext>
            </a:extLst>
          </p:cNvPr>
          <p:cNvSpPr txBox="1"/>
          <p:nvPr/>
        </p:nvSpPr>
        <p:spPr>
          <a:xfrm>
            <a:off x="1" y="800100"/>
            <a:ext cx="18288000" cy="7134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67"/>
              </a:lnSpc>
            </a:pPr>
            <a:r>
              <a:rPr lang="en-US" sz="4795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SOLUTION</a:t>
            </a:r>
            <a:endParaRPr lang="en-US" sz="4795" dirty="0">
              <a:solidFill>
                <a:srgbClr val="FFE00F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7D18EDCC-430D-6FF6-8A3D-6DB27344ED99}"/>
              </a:ext>
            </a:extLst>
          </p:cNvPr>
          <p:cNvSpPr/>
          <p:nvPr/>
        </p:nvSpPr>
        <p:spPr>
          <a:xfrm>
            <a:off x="15676333" y="108342"/>
            <a:ext cx="2374487" cy="2022916"/>
          </a:xfrm>
          <a:custGeom>
            <a:avLst/>
            <a:gdLst/>
            <a:ahLst/>
            <a:cxnLst/>
            <a:rect l="l" t="t" r="r" b="b"/>
            <a:pathLst>
              <a:path w="2374487" h="2022916">
                <a:moveTo>
                  <a:pt x="0" y="0"/>
                </a:moveTo>
                <a:lnTo>
                  <a:pt x="2374487" y="0"/>
                </a:lnTo>
                <a:lnTo>
                  <a:pt x="2374487" y="2022916"/>
                </a:lnTo>
                <a:lnTo>
                  <a:pt x="0" y="20229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840" t="-13167" r="-6840" b="-202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C3D428E1-E21A-F829-0950-ECEEA47B9E92}"/>
              </a:ext>
            </a:extLst>
          </p:cNvPr>
          <p:cNvSpPr/>
          <p:nvPr/>
        </p:nvSpPr>
        <p:spPr>
          <a:xfrm>
            <a:off x="609600" y="469572"/>
            <a:ext cx="1300456" cy="1300456"/>
          </a:xfrm>
          <a:custGeom>
            <a:avLst/>
            <a:gdLst/>
            <a:ahLst/>
            <a:cxnLst/>
            <a:rect l="l" t="t" r="r" b="b"/>
            <a:pathLst>
              <a:path w="1300456" h="1300456">
                <a:moveTo>
                  <a:pt x="0" y="0"/>
                </a:moveTo>
                <a:lnTo>
                  <a:pt x="1300456" y="0"/>
                </a:lnTo>
                <a:lnTo>
                  <a:pt x="1300456" y="1300456"/>
                </a:lnTo>
                <a:lnTo>
                  <a:pt x="0" y="13004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616080-876E-C85C-46FF-5CD094E21496}"/>
              </a:ext>
            </a:extLst>
          </p:cNvPr>
          <p:cNvSpPr txBox="1"/>
          <p:nvPr/>
        </p:nvSpPr>
        <p:spPr>
          <a:xfrm>
            <a:off x="228600" y="2247219"/>
            <a:ext cx="12443792" cy="10125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88059" lvl="1" indent="-685800">
              <a:buFont typeface="Wingdings" panose="05000000000000000000" pitchFamily="2" charset="2"/>
              <a:buChar char="Ø"/>
              <a:defRPr/>
            </a:pPr>
            <a:r>
              <a:rPr lang="en-IN" sz="28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Automated Real-Time Translation</a:t>
            </a:r>
            <a:r>
              <a:rPr lang="en-I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:-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app/web platform enables instantaneous conversion between Indian Sign Language gestures and spoken/written language, facilitating seamless conversations without human interpreters.</a:t>
            </a:r>
          </a:p>
          <a:p>
            <a:pPr marL="759459" lvl="1" indent="-457200">
              <a:buFont typeface="Wingdings" panose="05000000000000000000" pitchFamily="2" charset="2"/>
              <a:buChar char="Ø"/>
              <a:defRPr/>
            </a:pPr>
            <a:endParaRPr lang="en-US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88059" lvl="1" indent="-685800">
              <a:buFont typeface="Wingdings" panose="05000000000000000000" pitchFamily="2" charset="2"/>
              <a:buChar char="Ø"/>
              <a:defRPr/>
            </a:pPr>
            <a:r>
              <a:rPr lang="en-IN" sz="28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Advanced AI-Powered Gesture Recognition</a:t>
            </a:r>
            <a:r>
              <a:rPr lang="en-IN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:-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Utilizes cutting-edge computer vision (CNN, Media Pipe) and deep learning (LSTM, Transformers) to accurately detect and interpret both static and dynamic ISL gestures. </a:t>
            </a:r>
          </a:p>
          <a:p>
            <a:pPr marL="988059" lvl="1" indent="-685800">
              <a:buFont typeface="Wingdings" panose="05000000000000000000" pitchFamily="2" charset="2"/>
              <a:buChar char="Ø"/>
              <a:defRPr/>
            </a:pPr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88059" lvl="1" indent="-685800">
              <a:buFont typeface="Wingdings" panose="05000000000000000000" pitchFamily="2" charset="2"/>
              <a:buChar char="Ø"/>
              <a:defRPr/>
            </a:pPr>
            <a:r>
              <a:rPr lang="en-IN" sz="28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Bidirectional Communication </a:t>
            </a:r>
            <a:r>
              <a:rPr lang="en-I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:-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Supports two-way translation enabling ISL users to communicate with non-signers through text, speech, or animated avatars, fostering inclusivity in education, workplaces, and public services.</a:t>
            </a:r>
          </a:p>
          <a:p>
            <a:pPr marL="988059" lvl="1" indent="-685800">
              <a:buFont typeface="Wingdings" panose="05000000000000000000" pitchFamily="2" charset="2"/>
              <a:buChar char="Ø"/>
              <a:defRPr/>
            </a:pPr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88059" lvl="1" indent="-685800">
              <a:buFont typeface="Wingdings" panose="05000000000000000000" pitchFamily="2" charset="2"/>
              <a:buChar char="Ø"/>
              <a:defRPr/>
            </a:pPr>
            <a:r>
              <a:rPr lang="en-IN" sz="28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User-Centric Design &amp; Accessibility </a:t>
            </a:r>
            <a:r>
              <a:rPr lang="en-I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:- 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Offers intuitive interfaces on mobile and web, designed for ease of use by both the deaf community and wider population, with features like offline support and customizable settings. </a:t>
            </a:r>
          </a:p>
          <a:p>
            <a:pPr marL="988059" lvl="1" indent="-685800">
              <a:buFont typeface="Wingdings" panose="05000000000000000000" pitchFamily="2" charset="2"/>
              <a:buChar char="Ø"/>
              <a:defRPr/>
            </a:pPr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88059" lvl="1" indent="-685800">
              <a:buFont typeface="Wingdings" panose="05000000000000000000" pitchFamily="2" charset="2"/>
              <a:buChar char="Ø"/>
              <a:defRPr/>
            </a:pPr>
            <a:r>
              <a:rPr lang="en-US" sz="28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Multilingual Translation Capability </a:t>
            </a:r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:-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Integrates support for multiple spoken languages such as English, Hindi, and regional Indian languages to cater to India's diverse linguistic population, ensuring wider accessibility and usability.</a:t>
            </a:r>
          </a:p>
          <a:p>
            <a:pPr marL="988059" lvl="1" indent="-685800">
              <a:buFont typeface="Wingdings" panose="05000000000000000000" pitchFamily="2" charset="2"/>
              <a:buChar char="Ø"/>
              <a:defRPr/>
            </a:pPr>
            <a:endParaRPr lang="en-US" sz="2400" dirty="0">
              <a:solidFill>
                <a:schemeClr val="bg1"/>
              </a:solidFill>
            </a:endParaRPr>
          </a:p>
          <a:p>
            <a:pPr marL="988059" lvl="1" indent="-685800">
              <a:buFont typeface="Arial" panose="020B0604020202020204" pitchFamily="34" charset="0"/>
              <a:buChar char="•"/>
              <a:defRPr/>
            </a:pPr>
            <a:endParaRPr lang="en-US" sz="2400" dirty="0">
              <a:solidFill>
                <a:schemeClr val="bg1"/>
              </a:solidFill>
            </a:endParaRPr>
          </a:p>
          <a:p>
            <a:pPr marL="302259" lvl="1">
              <a:defRPr/>
            </a:pPr>
            <a:endParaRPr lang="en-US" sz="4800" b="1" dirty="0">
              <a:solidFill>
                <a:schemeClr val="bg1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302259" lvl="1">
              <a:defRPr/>
            </a:pPr>
            <a:endParaRPr lang="en-US" sz="4800" b="1" dirty="0">
              <a:solidFill>
                <a:schemeClr val="bg1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12D612-8A97-51A5-36EA-4C729B4B2F9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8147" y="2060093"/>
            <a:ext cx="2020469" cy="30113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A20C73-33BE-6DE6-7480-2892B744557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4216" y="2060093"/>
            <a:ext cx="3370784" cy="3011399"/>
          </a:xfrm>
          <a:prstGeom prst="rect">
            <a:avLst/>
          </a:prstGeom>
        </p:spPr>
      </p:pic>
      <p:pic>
        <p:nvPicPr>
          <p:cNvPr id="9" name="object 66">
            <a:extLst>
              <a:ext uri="{FF2B5EF4-FFF2-40B4-BE49-F238E27FC236}">
                <a16:creationId xmlns:a16="http://schemas.microsoft.com/office/drawing/2014/main" id="{7DAD1C48-3B5C-BCCE-73CE-CF4E27076E45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620734" y="5258618"/>
            <a:ext cx="5524266" cy="2405162"/>
          </a:xfrm>
          <a:prstGeom prst="rect">
            <a:avLst/>
          </a:prstGeom>
        </p:spPr>
      </p:pic>
      <p:pic>
        <p:nvPicPr>
          <p:cNvPr id="10" name="object 67">
            <a:extLst>
              <a:ext uri="{FF2B5EF4-FFF2-40B4-BE49-F238E27FC236}">
                <a16:creationId xmlns:a16="http://schemas.microsoft.com/office/drawing/2014/main" id="{73205B3E-D0CB-4304-3341-D0C9EBB0A451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2612154" y="7912566"/>
            <a:ext cx="5532846" cy="226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536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B04D6B-3E65-77F0-C2C3-BF8F9CAE8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6422206C-2DB9-C265-721B-A747F0E345D9}"/>
              </a:ext>
            </a:extLst>
          </p:cNvPr>
          <p:cNvSpPr/>
          <p:nvPr/>
        </p:nvSpPr>
        <p:spPr>
          <a:xfrm rot="-5400000">
            <a:off x="3905451" y="-4606044"/>
            <a:ext cx="11177825" cy="19873686"/>
          </a:xfrm>
          <a:custGeom>
            <a:avLst/>
            <a:gdLst/>
            <a:ahLst/>
            <a:cxnLst/>
            <a:rect l="l" t="t" r="r" b="b"/>
            <a:pathLst>
              <a:path w="11177825" h="19873686">
                <a:moveTo>
                  <a:pt x="0" y="0"/>
                </a:moveTo>
                <a:lnTo>
                  <a:pt x="11177825" y="0"/>
                </a:lnTo>
                <a:lnTo>
                  <a:pt x="11177825" y="19873686"/>
                </a:lnTo>
                <a:lnTo>
                  <a:pt x="0" y="198736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EC10FDF8-5887-CC39-724A-B734BB4B0808}"/>
              </a:ext>
            </a:extLst>
          </p:cNvPr>
          <p:cNvSpPr txBox="1"/>
          <p:nvPr/>
        </p:nvSpPr>
        <p:spPr>
          <a:xfrm>
            <a:off x="1" y="800100"/>
            <a:ext cx="18288000" cy="7134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67"/>
              </a:lnSpc>
            </a:pPr>
            <a:r>
              <a:rPr lang="en-US" sz="4795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architecture</a:t>
            </a:r>
            <a:endParaRPr lang="en-US" sz="4795" dirty="0">
              <a:solidFill>
                <a:srgbClr val="FFE00F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DF71C616-1981-D14F-7457-9FF40FCA5500}"/>
              </a:ext>
            </a:extLst>
          </p:cNvPr>
          <p:cNvSpPr/>
          <p:nvPr/>
        </p:nvSpPr>
        <p:spPr>
          <a:xfrm>
            <a:off x="15676333" y="108342"/>
            <a:ext cx="2374487" cy="2022916"/>
          </a:xfrm>
          <a:custGeom>
            <a:avLst/>
            <a:gdLst/>
            <a:ahLst/>
            <a:cxnLst/>
            <a:rect l="l" t="t" r="r" b="b"/>
            <a:pathLst>
              <a:path w="2374487" h="2022916">
                <a:moveTo>
                  <a:pt x="0" y="0"/>
                </a:moveTo>
                <a:lnTo>
                  <a:pt x="2374487" y="0"/>
                </a:lnTo>
                <a:lnTo>
                  <a:pt x="2374487" y="2022916"/>
                </a:lnTo>
                <a:lnTo>
                  <a:pt x="0" y="20229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840" t="-13167" r="-6840" b="-202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396D8A82-E4DA-F67F-D3EA-32E1A7CC6623}"/>
              </a:ext>
            </a:extLst>
          </p:cNvPr>
          <p:cNvSpPr/>
          <p:nvPr/>
        </p:nvSpPr>
        <p:spPr>
          <a:xfrm>
            <a:off x="609600" y="469572"/>
            <a:ext cx="1300456" cy="1300456"/>
          </a:xfrm>
          <a:custGeom>
            <a:avLst/>
            <a:gdLst/>
            <a:ahLst/>
            <a:cxnLst/>
            <a:rect l="l" t="t" r="r" b="b"/>
            <a:pathLst>
              <a:path w="1300456" h="1300456">
                <a:moveTo>
                  <a:pt x="0" y="0"/>
                </a:moveTo>
                <a:lnTo>
                  <a:pt x="1300456" y="0"/>
                </a:lnTo>
                <a:lnTo>
                  <a:pt x="1300456" y="1300456"/>
                </a:lnTo>
                <a:lnTo>
                  <a:pt x="0" y="13004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 xmlns:iact="http://schemas.microsoft.com/office/powerpoint/2014/inkAction">
        <mc:Choice Requires="p14 iact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39626C5-4E2E-C8E1-7066-55C395C3A417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2731680" y="6081480"/>
              <a:ext cx="285480" cy="2379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39626C5-4E2E-C8E1-7066-55C395C3A41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15840" y="6018120"/>
                <a:ext cx="316800" cy="364680"/>
              </a:xfrm>
              <a:prstGeom prst="rect">
                <a:avLst/>
              </a:prstGeom>
            </p:spPr>
          </p:pic>
        </mc:Fallback>
      </mc:AlternateContent>
      <p:pic>
        <p:nvPicPr>
          <p:cNvPr id="2" name="object 9">
            <a:extLst>
              <a:ext uri="{FF2B5EF4-FFF2-40B4-BE49-F238E27FC236}">
                <a16:creationId xmlns:a16="http://schemas.microsoft.com/office/drawing/2014/main" id="{4F23681F-10D5-8F4B-4037-06D6F8C53CE0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493457" y="1770028"/>
            <a:ext cx="13301085" cy="8372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393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3778"/>
    </mc:Choice>
    <mc:Fallback xmlns="">
      <p:transition spd="slow" advTm="8377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8832" x="10687050" y="3683000"/>
          <p14:tracePt t="8856" x="10664825" y="3683000"/>
          <p14:tracePt t="8864" x="10641013" y="3683000"/>
          <p14:tracePt t="8871" x="10617200" y="3683000"/>
          <p14:tracePt t="8881" x="10593388" y="3683000"/>
          <p14:tracePt t="8897" x="10474325" y="3683000"/>
          <p14:tracePt t="8913" x="10426700" y="3683000"/>
          <p14:tracePt t="8930" x="10260013" y="3659188"/>
          <p14:tracePt t="8947" x="10093325" y="3587750"/>
          <p14:tracePt t="8964" x="9856788" y="3563938"/>
          <p14:tracePt t="8980" x="9594850" y="3492500"/>
          <p14:tracePt t="8997" x="9215438" y="3444875"/>
          <p14:tracePt t="9014" x="8788400" y="3373438"/>
          <p14:tracePt t="9017" x="8597900" y="3325813"/>
          <p14:tracePt t="9031" x="8335963" y="3254375"/>
          <p14:tracePt t="9033" x="8075613" y="3206750"/>
          <p14:tracePt t="9048" x="7837488" y="3159125"/>
          <p14:tracePt t="9049" x="7577138" y="3111500"/>
          <p14:tracePt t="9064" x="7386638" y="3041650"/>
          <p14:tracePt t="9080" x="6983413" y="2970213"/>
          <p14:tracePt t="9082" x="6864350" y="2922588"/>
          <p14:tracePt t="9097" x="6578600" y="2898775"/>
          <p14:tracePt t="9113" x="6389688" y="2827338"/>
          <p14:tracePt t="9131" x="6223000" y="2803525"/>
          <p14:tracePt t="9148" x="5937250" y="2684463"/>
          <p14:tracePt t="9164" x="5605463" y="2565400"/>
          <p14:tracePt t="9180" x="5200650" y="2400300"/>
          <p14:tracePt t="9196" x="4678363" y="2185988"/>
          <p14:tracePt t="9213" x="4060825" y="1971675"/>
          <p14:tracePt t="9230" x="3419475" y="1687513"/>
          <p14:tracePt t="9248" x="2778125" y="1425575"/>
          <p14:tracePt t="9250" x="2470150" y="1282700"/>
          <p14:tracePt t="9265" x="1876425" y="1068388"/>
          <p14:tracePt t="9280" x="1685925" y="974725"/>
          <p14:tracePt t="9283" x="1543050" y="903288"/>
          <p14:tracePt t="9296" x="1306513" y="760413"/>
          <p14:tracePt t="9313" x="1044575" y="641350"/>
          <p14:tracePt t="9330" x="855663" y="498475"/>
          <p14:tracePt t="9346" x="688975" y="403225"/>
          <p14:tracePt t="9364" x="617538" y="355600"/>
          <p14:tracePt t="9381" x="593725" y="355600"/>
          <p14:tracePt t="9682" x="641350" y="403225"/>
          <p14:tracePt t="9687" x="665163" y="427038"/>
          <p14:tracePt t="9697" x="712788" y="427038"/>
          <p14:tracePt t="9715" x="925513" y="498475"/>
          <p14:tracePt t="9731" x="1044575" y="522288"/>
          <p14:tracePt t="9748" x="1354138" y="593725"/>
          <p14:tracePt t="9764" x="1971675" y="641350"/>
          <p14:tracePt t="9780" x="3135313" y="641350"/>
          <p14:tracePt t="9796" x="4916488" y="641350"/>
          <p14:tracePt t="9814" x="6745288" y="641350"/>
          <p14:tracePt t="9831" x="8147050" y="688975"/>
          <p14:tracePt t="9848" x="9001125" y="855663"/>
          <p14:tracePt t="9864" x="9167813" y="927100"/>
          <p14:tracePt t="31081" x="9191625" y="950913"/>
          <p14:tracePt t="31087" x="9310688" y="998538"/>
          <p14:tracePt t="31112" x="9832975" y="1282700"/>
          <p14:tracePt t="31128" x="10402888" y="1568450"/>
          <p14:tracePt t="31147" x="10426700" y="1568450"/>
          <p14:tracePt t="31224" x="10379075" y="1544638"/>
          <p14:tracePt t="31231" x="10307638" y="1497013"/>
          <p14:tracePt t="31246" x="10212388" y="1449388"/>
          <p14:tracePt t="31262" x="9928225" y="1282700"/>
          <p14:tracePt t="31280" x="9666288" y="1163638"/>
          <p14:tracePt t="31361" x="9666288" y="1258888"/>
          <p14:tracePt t="31379" x="9642475" y="1449388"/>
          <p14:tracePt t="31395" x="9571038" y="1520825"/>
          <p14:tracePt t="31412" x="9547225" y="1544638"/>
          <p14:tracePt t="31520" x="9523413" y="1544638"/>
          <p14:tracePt t="31527" x="9451975" y="1544638"/>
          <p14:tracePt t="31535" x="9310688" y="1544638"/>
          <p14:tracePt t="31546" x="9024938" y="1544638"/>
          <p14:tracePt t="31562" x="8526463" y="1449388"/>
          <p14:tracePt t="31579" x="8099425" y="1377950"/>
          <p14:tracePt t="31595" x="7908925" y="1377950"/>
          <p14:tracePt t="31612" x="7623175" y="1306513"/>
          <p14:tracePt t="31629" x="7291388" y="1235075"/>
          <p14:tracePt t="31646" x="6792913" y="1139825"/>
          <p14:tracePt t="31662" x="6175375" y="1068388"/>
          <p14:tracePt t="31679" x="5581650" y="1068388"/>
          <p14:tracePt t="31681" x="5343525" y="1068388"/>
          <p14:tracePt t="31696" x="5083175" y="1068388"/>
          <p14:tracePt t="31698" x="4916488" y="1068388"/>
          <p14:tracePt t="31712" x="4773613" y="1068388"/>
          <p14:tracePt t="31729" x="4441825" y="1068388"/>
          <p14:tracePt t="31745" x="4346575" y="1068388"/>
          <p14:tracePt t="31762" x="4298950" y="1068388"/>
          <p14:tracePt t="31781" x="4203700" y="1068388"/>
          <p14:tracePt t="31784" x="4179888" y="1068388"/>
          <p14:tracePt t="31795" x="4156075" y="1068388"/>
          <p14:tracePt t="31813" x="4037013" y="1068388"/>
          <p14:tracePt t="31829" x="3848100" y="1068388"/>
          <p14:tracePt t="31832" x="3752850" y="1116013"/>
          <p14:tracePt t="31845" x="3609975" y="1139825"/>
          <p14:tracePt t="31862" x="3395663" y="1163638"/>
          <p14:tracePt t="31879" x="3254375" y="1211263"/>
          <p14:tracePt t="31960" x="3230563" y="1235075"/>
          <p14:tracePt t="31984" x="3278188" y="1258888"/>
          <p14:tracePt t="31999" x="3302000" y="1258888"/>
          <p14:tracePt t="32064" x="3349625" y="1282700"/>
          <p14:tracePt t="32089" x="3371850" y="1282700"/>
          <p14:tracePt t="32095" x="3443288" y="1306513"/>
          <p14:tracePt t="32112" x="3514725" y="1377950"/>
          <p14:tracePt t="32129" x="3633788" y="1377950"/>
          <p14:tracePt t="32145" x="3848100" y="1377950"/>
          <p14:tracePt t="32161" x="4275138" y="1377950"/>
          <p14:tracePt t="32180" x="5059363" y="1377950"/>
          <p14:tracePt t="32185" x="5414963" y="1377950"/>
          <p14:tracePt t="32196" x="5818188" y="1377950"/>
          <p14:tracePt t="32213" x="6650038" y="1377950"/>
          <p14:tracePt t="32215" x="7007225" y="1377950"/>
          <p14:tracePt t="32232" x="7670800" y="1377950"/>
          <p14:tracePt t="32245" x="7956550" y="1377950"/>
          <p14:tracePt t="32261" x="8502650" y="1377950"/>
          <p14:tracePt t="32279" x="9120188" y="1377950"/>
          <p14:tracePt t="32296" x="9334500" y="1377950"/>
          <p14:tracePt t="32312" x="9523413" y="1377950"/>
          <p14:tracePt t="32329" x="9809163" y="1377950"/>
          <p14:tracePt t="32345" x="10164763" y="1377950"/>
          <p14:tracePt t="32362" x="10521950" y="1377950"/>
          <p14:tracePt t="32379" x="10901363" y="1377950"/>
          <p14:tracePt t="32395" x="11187113" y="1377950"/>
          <p14:tracePt t="32414" x="11447463" y="1377950"/>
          <p14:tracePt t="32416" x="11566525" y="1377950"/>
          <p14:tracePt t="32430" x="11661775" y="1377950"/>
          <p14:tracePt t="32431" x="11757025" y="1377950"/>
          <p14:tracePt t="32445" x="11898313" y="1354138"/>
          <p14:tracePt t="32462" x="12065000" y="1330325"/>
          <p14:tracePt t="32478" x="12160250" y="1306513"/>
          <p14:tracePt t="32495" x="12374563" y="1235075"/>
          <p14:tracePt t="32497" x="12422188" y="1211263"/>
          <p14:tracePt t="32512" x="12493625" y="1163638"/>
          <p14:tracePt t="32529" x="12563475" y="1163638"/>
          <p14:tracePt t="32545" x="12777788" y="1116013"/>
          <p14:tracePt t="32563" x="12968288" y="1044575"/>
          <p14:tracePt t="32578" x="13252450" y="1022350"/>
          <p14:tracePt t="32596" x="13585825" y="927100"/>
          <p14:tracePt t="32613" x="13774738" y="879475"/>
          <p14:tracePt t="32631" x="13798550" y="879475"/>
          <p14:tracePt t="32648" x="13822363" y="855663"/>
          <p14:tracePt t="32664" x="13822363" y="831850"/>
          <p14:tracePt t="32679" x="13750925" y="760413"/>
          <p14:tracePt t="32696" x="13514388" y="712788"/>
          <p14:tracePt t="32712" x="13371513" y="712788"/>
          <p14:tracePt t="32728" x="12611100" y="665163"/>
          <p14:tracePt t="32745" x="11828463" y="665163"/>
          <p14:tracePt t="32762" x="10996613" y="665163"/>
          <p14:tracePt t="32779" x="10164763" y="665163"/>
          <p14:tracePt t="32795" x="9405938" y="665163"/>
          <p14:tracePt t="32812" x="8693150" y="665163"/>
          <p14:tracePt t="32829" x="8027988" y="736600"/>
          <p14:tracePt t="32846" x="7577138" y="808038"/>
          <p14:tracePt t="32849" x="7386638" y="855663"/>
          <p14:tracePt t="32862" x="7243763" y="879475"/>
          <p14:tracePt t="32879" x="7100888" y="927100"/>
          <p14:tracePt t="32881" x="6983413" y="950913"/>
          <p14:tracePt t="32895" x="6959600" y="950913"/>
          <p14:tracePt t="32913" x="6792913" y="974725"/>
          <p14:tracePt t="32915" x="6721475" y="974725"/>
          <p14:tracePt t="32929" x="6578600" y="1022350"/>
          <p14:tracePt t="32931" x="6483350" y="1044575"/>
          <p14:tracePt t="32945" x="6342063" y="1068388"/>
          <p14:tracePt t="32962" x="6056313" y="1139825"/>
          <p14:tracePt t="32979" x="5865813" y="1187450"/>
          <p14:tracePt t="32995" x="5676900" y="1258888"/>
          <p14:tracePt t="33012" x="5486400" y="1306513"/>
          <p14:tracePt t="33029" x="5367338" y="1306513"/>
          <p14:tracePt t="33046" x="5272088" y="1306513"/>
          <p14:tracePt t="33063" x="5224463" y="1330325"/>
          <p14:tracePt t="33065" x="5154613" y="1377950"/>
          <p14:tracePt t="33080" x="5035550" y="1425575"/>
          <p14:tracePt t="33095" x="5011738" y="1449388"/>
          <p14:tracePt t="33112" x="4940300" y="1520825"/>
          <p14:tracePt t="33128" x="4916488" y="1544638"/>
          <p14:tracePt t="33152" x="4868863" y="1568450"/>
          <p14:tracePt t="33167" x="4892675" y="1592263"/>
          <p14:tracePt t="33179" x="4916488" y="1616075"/>
          <p14:tracePt t="33195" x="4987925" y="1616075"/>
          <p14:tracePt t="33212" x="5224463" y="1687513"/>
          <p14:tracePt t="33228" x="5295900" y="1687513"/>
          <p14:tracePt t="33245" x="5367338" y="1711325"/>
          <p14:tracePt t="33513" x="5391150" y="1711325"/>
          <p14:tracePt t="33519" x="5438775" y="1733550"/>
          <p14:tracePt t="33528" x="5462588" y="1733550"/>
          <p14:tracePt t="33546" x="5581650" y="1733550"/>
          <p14:tracePt t="33562" x="5700713" y="1733550"/>
          <p14:tracePt t="33579" x="5889625" y="1733550"/>
          <p14:tracePt t="33595" x="6151563" y="1733550"/>
          <p14:tracePt t="33612" x="6507163" y="1733550"/>
          <p14:tracePt t="33628" x="6745288" y="1733550"/>
          <p14:tracePt t="33646" x="6792913" y="1733550"/>
          <p14:tracePt t="33728" x="6721475" y="1711325"/>
          <p14:tracePt t="33735" x="6673850" y="1711325"/>
          <p14:tracePt t="33745" x="6530975" y="1687513"/>
          <p14:tracePt t="33764" x="6389688" y="1687513"/>
          <p14:tracePt t="33778" x="6223000" y="1687513"/>
          <p14:tracePt t="33795" x="6175375" y="1687513"/>
          <p14:tracePt t="33812" x="6151563" y="1687513"/>
          <p14:tracePt t="33897" x="6175375" y="1687513"/>
          <p14:tracePt t="33912" x="6318250" y="1687513"/>
          <p14:tracePt t="33928" x="6650038" y="1687513"/>
          <p14:tracePt t="33945" x="7172325" y="1687513"/>
          <p14:tracePt t="33961" x="7837488" y="1687513"/>
          <p14:tracePt t="33979" x="8716963" y="1687513"/>
          <p14:tracePt t="33995" x="9666288" y="1687513"/>
          <p14:tracePt t="34011" x="10545763" y="1687513"/>
          <p14:tracePt t="34028" x="11139488" y="1687513"/>
          <p14:tracePt t="34045" x="11471275" y="1687513"/>
          <p14:tracePt t="34062" x="11614150" y="1687513"/>
          <p14:tracePt t="34078" x="11733213" y="1687513"/>
          <p14:tracePt t="34095" x="11876088" y="1687513"/>
          <p14:tracePt t="34112" x="11922125" y="1687513"/>
          <p14:tracePt t="34129" x="11969750" y="1687513"/>
          <p14:tracePt t="34176" x="11898313" y="1687513"/>
          <p14:tracePt t="34183" x="11709400" y="1687513"/>
          <p14:tracePt t="34198" x="11471275" y="1687513"/>
          <p14:tracePt t="34199" x="11187113" y="1687513"/>
          <p14:tracePt t="34212" x="10710863" y="1687513"/>
          <p14:tracePt t="34229" x="9690100" y="1687513"/>
          <p14:tracePt t="34245" x="8312150" y="1733550"/>
          <p14:tracePt t="34261" x="7077075" y="1900238"/>
          <p14:tracePt t="34278" x="6056313" y="2090738"/>
          <p14:tracePt t="34296" x="5248275" y="2233613"/>
          <p14:tracePt t="34312" x="4749800" y="2352675"/>
          <p14:tracePt t="34315" x="4560888" y="2400300"/>
          <p14:tracePt t="34328" x="4322763" y="2446338"/>
          <p14:tracePt t="34344" x="4251325" y="2446338"/>
          <p14:tracePt t="34361" x="4179888" y="2446338"/>
          <p14:tracePt t="34379" x="4132263" y="2493963"/>
          <p14:tracePt t="34396" x="4084638" y="2493963"/>
          <p14:tracePt t="34411" x="3871913" y="2541588"/>
          <p14:tracePt t="34428" x="3681413" y="2589213"/>
          <p14:tracePt t="34445" x="3467100" y="2613025"/>
          <p14:tracePt t="34462" x="3254375" y="2660650"/>
          <p14:tracePt t="34479" x="3063875" y="2708275"/>
          <p14:tracePt t="34481" x="3016250" y="2708275"/>
          <p14:tracePt t="34495" x="2944813" y="2708275"/>
          <p14:tracePt t="34497" x="2897188" y="2755900"/>
          <p14:tracePt t="34529" x="2849563" y="2755900"/>
          <p14:tracePt t="34531" x="2778125" y="2755900"/>
          <p14:tracePt t="34545" x="2660650" y="2779713"/>
          <p14:tracePt t="34562" x="2565400" y="2779713"/>
          <p14:tracePt t="34578" x="2493963" y="2779713"/>
          <p14:tracePt t="34608" x="2470150" y="2779713"/>
          <p14:tracePt t="34624" x="2446338" y="2779713"/>
          <p14:tracePt t="34744" x="2541588" y="2779713"/>
          <p14:tracePt t="34751" x="2589213" y="2779713"/>
          <p14:tracePt t="34761" x="2684463" y="2779713"/>
          <p14:tracePt t="34779" x="2873375" y="2779713"/>
          <p14:tracePt t="34795" x="3111500" y="2779713"/>
          <p14:tracePt t="34813" x="3349625" y="2779713"/>
          <p14:tracePt t="34815" x="3467100" y="2779713"/>
          <p14:tracePt t="34828" x="3609975" y="2779713"/>
          <p14:tracePt t="34845" x="3824288" y="2779713"/>
          <p14:tracePt t="34861" x="4013200" y="2779713"/>
          <p14:tracePt t="34879" x="4132263" y="2779713"/>
          <p14:tracePt t="34881" x="4156075" y="2779713"/>
          <p14:tracePt t="34898" x="4203700" y="2779713"/>
          <p14:tracePt t="34912" x="4275138" y="2779713"/>
          <p14:tracePt t="34915" x="4322763" y="2779713"/>
          <p14:tracePt t="34929" x="4370388" y="2779713"/>
          <p14:tracePt t="34931" x="4441825" y="2779713"/>
          <p14:tracePt t="34945" x="4630738" y="2779713"/>
          <p14:tracePt t="34962" x="4773613" y="2779713"/>
          <p14:tracePt t="34979" x="4940300" y="2779713"/>
          <p14:tracePt t="34995" x="5035550" y="2779713"/>
          <p14:tracePt t="35015" x="5106988" y="2779713"/>
          <p14:tracePt t="35017" x="5154613" y="2779713"/>
          <p14:tracePt t="35028" x="5200650" y="2779713"/>
          <p14:tracePt t="35045" x="5319713" y="2779713"/>
          <p14:tracePt t="35061" x="5462588" y="2779713"/>
          <p14:tracePt t="35078" x="5676900" y="2779713"/>
          <p14:tracePt t="35096" x="5818188" y="2779713"/>
          <p14:tracePt t="35098" x="5865813" y="2779713"/>
          <p14:tracePt t="35112" x="5937250" y="2779713"/>
          <p14:tracePt t="35128" x="6175375" y="2779713"/>
          <p14:tracePt t="35145" x="6342063" y="2779713"/>
          <p14:tracePt t="35161" x="6483350" y="2779713"/>
          <p14:tracePt t="35179" x="6626225" y="2779713"/>
          <p14:tracePt t="35195" x="6745288" y="2779713"/>
          <p14:tracePt t="35212" x="6864350" y="2779713"/>
          <p14:tracePt t="35229" x="6983413" y="2779713"/>
          <p14:tracePt t="35246" x="7029450" y="2779713"/>
          <p14:tracePt t="35261" x="7148513" y="2779713"/>
          <p14:tracePt t="35278" x="7243763" y="2779713"/>
          <p14:tracePt t="35295" x="7362825" y="2779713"/>
          <p14:tracePt t="35297" x="7434263" y="2779713"/>
          <p14:tracePt t="35312" x="7529513" y="2779713"/>
          <p14:tracePt t="35328" x="7813675" y="2755900"/>
          <p14:tracePt t="35345" x="7956550" y="2755900"/>
          <p14:tracePt t="35363" x="8147050" y="2755900"/>
          <p14:tracePt t="35379" x="8288338" y="2755900"/>
          <p14:tracePt t="35395" x="8502650" y="2755900"/>
          <p14:tracePt t="35411" x="8645525" y="2755900"/>
          <p14:tracePt t="35429" x="8836025" y="2755900"/>
          <p14:tracePt t="35446" x="8977313" y="2755900"/>
          <p14:tracePt t="35463" x="9239250" y="2732088"/>
          <p14:tracePt t="35479" x="9358313" y="2732088"/>
          <p14:tracePt t="35495" x="9405938" y="2732088"/>
          <p14:tracePt t="35512" x="9523413" y="2732088"/>
          <p14:tracePt t="35514" x="9571038" y="2732088"/>
          <p14:tracePt t="35528" x="9737725" y="2732088"/>
          <p14:tracePt t="35544" x="9856788" y="2732088"/>
          <p14:tracePt t="35561" x="9952038" y="2732088"/>
          <p14:tracePt t="35579" x="10023475" y="2732088"/>
          <p14:tracePt t="35595" x="10093325" y="2732088"/>
          <p14:tracePt t="35611" x="10164763" y="2732088"/>
          <p14:tracePt t="35629" x="10283825" y="2732088"/>
          <p14:tracePt t="35645" x="10402888" y="2732088"/>
          <p14:tracePt t="35662" x="10521950" y="2732088"/>
          <p14:tracePt t="35680" x="10710863" y="2732088"/>
          <p14:tracePt t="35698" x="10829925" y="2732088"/>
          <p14:tracePt t="35712" x="10901363" y="2732088"/>
          <p14:tracePt t="35714" x="10948988" y="2732088"/>
          <p14:tracePt t="35728" x="11020425" y="2708275"/>
          <p14:tracePt t="35745" x="11091863" y="2708275"/>
          <p14:tracePt t="35762" x="11210925" y="2708275"/>
          <p14:tracePt t="35780" x="11280775" y="2708275"/>
          <p14:tracePt t="35795" x="11376025" y="2684463"/>
          <p14:tracePt t="35811" x="11423650" y="2684463"/>
          <p14:tracePt t="35829" x="11471275" y="2613025"/>
          <p14:tracePt t="35845" x="11518900" y="2613025"/>
          <p14:tracePt t="35862" x="11637963" y="2589213"/>
          <p14:tracePt t="35864" x="11709400" y="2589213"/>
          <p14:tracePt t="35878" x="11804650" y="2565400"/>
          <p14:tracePt t="35896" x="11969750" y="2565400"/>
          <p14:tracePt t="35912" x="12088813" y="2517775"/>
          <p14:tracePt t="35929" x="12231688" y="2517775"/>
          <p14:tracePt t="35944" x="12398375" y="2493963"/>
          <p14:tracePt t="35963" x="12587288" y="2422525"/>
          <p14:tracePt t="35979" x="12777788" y="2400300"/>
          <p14:tracePt t="35995" x="12968288" y="2352675"/>
          <p14:tracePt t="36011" x="13087350" y="2352675"/>
          <p14:tracePt t="36028" x="13323888" y="2305050"/>
          <p14:tracePt t="36045" x="13466763" y="2305050"/>
          <p14:tracePt t="36062" x="13704888" y="2257425"/>
          <p14:tracePt t="36078" x="13893800" y="2257425"/>
          <p14:tracePt t="36095" x="14084300" y="2257425"/>
          <p14:tracePt t="36097" x="14179550" y="2257425"/>
          <p14:tracePt t="36112" x="14274800" y="2257425"/>
          <p14:tracePt t="36129" x="14511338" y="2257425"/>
          <p14:tracePt t="36145" x="14916150" y="2257425"/>
          <p14:tracePt t="36163" x="15128875" y="2257425"/>
          <p14:tracePt t="36179" x="15367000" y="2257425"/>
          <p14:tracePt t="36194" x="15486063" y="2257425"/>
          <p14:tracePt t="36212" x="15509875" y="2257425"/>
          <p14:tracePt t="36328" x="15414625" y="2281238"/>
          <p14:tracePt t="36335" x="15271750" y="2352675"/>
          <p14:tracePt t="36345" x="15081250" y="2400300"/>
          <p14:tracePt t="36361" x="14630400" y="2565400"/>
          <p14:tracePt t="36378" x="14298613" y="2684463"/>
          <p14:tracePt t="36395" x="13893800" y="2803525"/>
          <p14:tracePt t="36412" x="13514388" y="2874963"/>
          <p14:tracePt t="36428" x="13063538" y="2946400"/>
          <p14:tracePt t="36445" x="12493625" y="3087688"/>
          <p14:tracePt t="36462" x="11828463" y="3230563"/>
          <p14:tracePt t="36478" x="11163300" y="3302000"/>
          <p14:tracePt t="36495" x="10047288" y="3540125"/>
          <p14:tracePt t="36512" x="9690100" y="3587750"/>
          <p14:tracePt t="36529" x="8905875" y="3587750"/>
          <p14:tracePt t="36545" x="7505700" y="3587750"/>
          <p14:tracePt t="36562" x="6769100" y="3587750"/>
          <p14:tracePt t="36579" x="6365875" y="3587750"/>
          <p14:tracePt t="36595" x="6175375" y="3587750"/>
          <p14:tracePt t="36611" x="5937250" y="3611563"/>
          <p14:tracePt t="36629" x="5653088" y="3683000"/>
          <p14:tracePt t="36644" x="5154613" y="3776663"/>
          <p14:tracePt t="36661" x="4654550" y="3824288"/>
          <p14:tracePt t="36679" x="4322763" y="3895725"/>
          <p14:tracePt t="36696" x="4275138" y="3895725"/>
          <p14:tracePt t="36713" x="4203700" y="3919538"/>
          <p14:tracePt t="36728" x="4156075" y="3919538"/>
          <p14:tracePt t="36744" x="4084638" y="3943350"/>
          <p14:tracePt t="36761" x="4013200" y="3943350"/>
          <p14:tracePt t="36778" x="3989388" y="3943350"/>
          <p14:tracePt t="36795" x="3943350" y="3943350"/>
          <p14:tracePt t="36811" x="3776663" y="3943350"/>
          <p14:tracePt t="36815" x="3657600" y="3943350"/>
          <p14:tracePt t="36829" x="3514725" y="3943350"/>
          <p14:tracePt t="36845" x="3206750" y="3943350"/>
          <p14:tracePt t="36861" x="3016250" y="3943350"/>
          <p14:tracePt t="36878" x="2968625" y="3943350"/>
          <p14:tracePt t="36952" x="3040063" y="3943350"/>
          <p14:tracePt t="36959" x="3230563" y="3919538"/>
          <p14:tracePt t="36978" x="3681413" y="3848100"/>
          <p14:tracePt t="36995" x="4251325" y="3730625"/>
          <p14:tracePt t="37011" x="4749800" y="3635375"/>
          <p14:tracePt t="37033" x="5106988" y="3635375"/>
          <p14:tracePt t="37034" x="5295900" y="3635375"/>
          <p14:tracePt t="37045" x="5414963" y="3635375"/>
          <p14:tracePt t="37064" x="5676900" y="3635375"/>
          <p14:tracePt t="37078" x="5700713" y="3635375"/>
          <p14:tracePt t="37113" x="5724525" y="3611563"/>
          <p14:tracePt t="37128" x="5772150" y="3611563"/>
          <p14:tracePt t="37144" x="5818188" y="3611563"/>
          <p14:tracePt t="37161" x="5913438" y="3611563"/>
          <p14:tracePt t="37178" x="5984875" y="3587750"/>
          <p14:tracePt t="37195" x="6103938" y="3587750"/>
          <p14:tracePt t="37211" x="6270625" y="3516313"/>
          <p14:tracePt t="37228" x="6342063" y="3516313"/>
          <p14:tracePt t="37245" x="6435725" y="3492500"/>
          <p14:tracePt t="37262" x="6530975" y="3492500"/>
          <p14:tracePt t="37282" x="6673850" y="3492500"/>
          <p14:tracePt t="37295" x="6697663" y="3492500"/>
          <p14:tracePt t="37312" x="6816725" y="3492500"/>
          <p14:tracePt t="37316" x="6864350" y="3492500"/>
          <p14:tracePt t="37328" x="6935788" y="3492500"/>
          <p14:tracePt t="37344" x="7077075" y="3492500"/>
          <p14:tracePt t="37361" x="7100888" y="3492500"/>
          <p14:tracePt t="37395" x="7148513" y="3492500"/>
          <p14:tracePt t="37411" x="7196138" y="3492500"/>
          <p14:tracePt t="37428" x="7243763" y="3492500"/>
          <p14:tracePt t="37480" x="7267575" y="3492500"/>
          <p14:tracePt t="37487" x="7291388" y="3492500"/>
          <p14:tracePt t="37498" x="7315200" y="3492500"/>
          <p14:tracePt t="37512" x="7339013" y="3492500"/>
          <p14:tracePt t="37528" x="7481888" y="3492500"/>
          <p14:tracePt t="37544" x="7600950" y="3492500"/>
          <p14:tracePt t="37561" x="7646988" y="3492500"/>
          <p14:tracePt t="37579" x="7670800" y="3492500"/>
          <p14:tracePt t="37595" x="7742238" y="3492500"/>
          <p14:tracePt t="37612" x="7837488" y="3492500"/>
          <p14:tracePt t="37628" x="7932738" y="3492500"/>
          <p14:tracePt t="37645" x="8099425" y="3492500"/>
          <p14:tracePt t="37664" x="8502650" y="3492500"/>
          <p14:tracePt t="37679" x="8764588" y="3492500"/>
          <p14:tracePt t="37695" x="8929688" y="3492500"/>
          <p14:tracePt t="37697" x="9120188" y="3492500"/>
          <p14:tracePt t="37712" x="9263063" y="3492500"/>
          <p14:tracePt t="37728" x="9618663" y="3492500"/>
          <p14:tracePt t="37745" x="9761538" y="3492500"/>
          <p14:tracePt t="37762" x="9856788" y="3492500"/>
          <p14:tracePt t="37795" x="9880600" y="3492500"/>
          <p14:tracePt t="37880" x="9904413" y="3492500"/>
          <p14:tracePt t="38047" x="9928225" y="3492500"/>
          <p14:tracePt t="38055" x="9952038" y="3492500"/>
          <p14:tracePt t="38063" x="9975850" y="3492500"/>
          <p14:tracePt t="38078" x="9999663" y="3492500"/>
          <p14:tracePt t="38095" x="10023475" y="3492500"/>
          <p14:tracePt t="38112" x="10069513" y="3492500"/>
          <p14:tracePt t="38128" x="10117138" y="3492500"/>
          <p14:tracePt t="38146" x="10212388" y="3468688"/>
          <p14:tracePt t="38161" x="10331450" y="3397250"/>
          <p14:tracePt t="38178" x="10379075" y="3373438"/>
          <p14:tracePt t="38195" x="10474325" y="3373438"/>
          <p14:tracePt t="38211" x="10521950" y="3373438"/>
          <p14:tracePt t="38345" x="10545763" y="3373438"/>
          <p14:tracePt t="38351" x="10569575" y="3373438"/>
          <p14:tracePt t="38361" x="10617200" y="3373438"/>
          <p14:tracePt t="38378" x="10687050" y="3397250"/>
          <p14:tracePt t="38395" x="10758488" y="3468688"/>
          <p14:tracePt t="38411" x="10829925" y="3492500"/>
          <p14:tracePt t="38504" x="10853738" y="3492500"/>
          <p14:tracePt t="38528" x="10901363" y="3492500"/>
          <p14:tracePt t="38544" x="11115675" y="3492500"/>
          <p14:tracePt t="38562" x="11328400" y="3492500"/>
          <p14:tracePt t="38580" x="11614150" y="3492500"/>
          <p14:tracePt t="38594" x="11852275" y="3516313"/>
          <p14:tracePt t="38611" x="12112625" y="3516313"/>
          <p14:tracePt t="38628" x="12303125" y="3563938"/>
          <p14:tracePt t="38661" x="12563475" y="3563938"/>
          <p14:tracePt t="38678" x="12611100" y="3563938"/>
          <p14:tracePt t="38696" x="12682538" y="3563938"/>
          <p14:tracePt t="38698" x="12706350" y="3563938"/>
          <p14:tracePt t="38714" x="12730163" y="3563938"/>
          <p14:tracePt t="38744" x="12753975" y="3563938"/>
          <p14:tracePt t="38751" x="12777788" y="3563938"/>
          <p14:tracePt t="38795" x="12849225" y="3563938"/>
          <p14:tracePt t="38811" x="12920663" y="3563938"/>
          <p14:tracePt t="38828" x="13039725" y="3563938"/>
          <p14:tracePt t="38845" x="13276263" y="3540125"/>
          <p14:tracePt t="38861" x="13395325" y="3516313"/>
          <p14:tracePt t="38879" x="13514388" y="3492500"/>
          <p14:tracePt t="38895" x="13562013" y="3492500"/>
          <p14:tracePt t="38915" x="13750925" y="3468688"/>
          <p14:tracePt t="38929" x="13869988" y="3421063"/>
          <p14:tracePt t="38945" x="13941425" y="3421063"/>
          <p14:tracePt t="38962" x="14060488" y="3421063"/>
          <p14:tracePt t="38979" x="14179550" y="3421063"/>
          <p14:tracePt t="38997" x="14274800" y="3421063"/>
          <p14:tracePt t="39011" x="14392275" y="3444875"/>
          <p14:tracePt t="39028" x="14463713" y="3468688"/>
          <p14:tracePt t="39045" x="14487525" y="3468688"/>
          <p14:tracePt t="39061" x="14511338" y="3468688"/>
          <p14:tracePt t="39080" x="14535150" y="3468688"/>
          <p14:tracePt t="39112" x="14630400" y="3468688"/>
          <p14:tracePt t="39128" x="14701838" y="3468688"/>
          <p14:tracePt t="39145" x="14820900" y="3468688"/>
          <p14:tracePt t="39161" x="14916150" y="3468688"/>
          <p14:tracePt t="39179" x="15033625" y="3468688"/>
          <p14:tracePt t="39194" x="15128875" y="3468688"/>
          <p14:tracePt t="39211" x="15224125" y="3468688"/>
          <p14:tracePt t="39228" x="15295563" y="3468688"/>
          <p14:tracePt t="39245" x="15319375" y="3468688"/>
          <p14:tracePt t="39288" x="15343188" y="3468688"/>
          <p14:tracePt t="39435" x="15319375" y="3468688"/>
          <p14:tracePt t="39461" x="14962188" y="3540125"/>
          <p14:tracePt t="39479" x="14535150" y="3540125"/>
          <p14:tracePt t="39495" x="13989050" y="3587750"/>
          <p14:tracePt t="39512" x="13466763" y="3659188"/>
          <p14:tracePt t="39514" x="13276263" y="3706813"/>
          <p14:tracePt t="39528" x="12968288" y="3706813"/>
          <p14:tracePt t="39544" x="12493625" y="3730625"/>
          <p14:tracePt t="39561" x="11945938" y="3776663"/>
          <p14:tracePt t="39580" x="11280775" y="3776663"/>
          <p14:tracePt t="39596" x="10379075" y="3919538"/>
          <p14:tracePt t="39611" x="9594850" y="4062413"/>
          <p14:tracePt t="39628" x="9096375" y="4157663"/>
          <p14:tracePt t="39645" x="8882063" y="4181475"/>
          <p14:tracePt t="39662" x="8836025" y="4181475"/>
          <p14:tracePt t="39678" x="8788400" y="4205288"/>
          <p14:tracePt t="39696" x="8574088" y="4276725"/>
          <p14:tracePt t="39712" x="8431213" y="4348163"/>
          <p14:tracePt t="39728" x="8075613" y="4489450"/>
          <p14:tracePt t="39745" x="7481888" y="4751388"/>
          <p14:tracePt t="39761" x="7172325" y="4894263"/>
          <p14:tracePt t="39781" x="7029450" y="4941888"/>
          <p14:tracePt t="39783" x="7007225" y="4941888"/>
          <p14:tracePt t="39795" x="6911975" y="4989513"/>
          <p14:tracePt t="39811" x="6888163" y="5013325"/>
          <p14:tracePt t="39829" x="6792913" y="5013325"/>
          <p14:tracePt t="39831" x="6769100" y="5013325"/>
          <p14:tracePt t="39844" x="6745288" y="5013325"/>
          <p14:tracePt t="39861" x="6721475" y="5013325"/>
          <p14:tracePt t="39878" x="6650038" y="5013325"/>
          <p14:tracePt t="39896" x="6530975" y="5013325"/>
          <p14:tracePt t="39898" x="6483350" y="5013325"/>
          <p14:tracePt t="39912" x="6318250" y="5013325"/>
          <p14:tracePt t="39928" x="6270625" y="5013325"/>
          <p14:tracePt t="39944" x="6127750" y="5013325"/>
          <p14:tracePt t="39961" x="6080125" y="5013325"/>
          <p14:tracePt t="40040" x="6103938" y="5013325"/>
          <p14:tracePt t="40047" x="6199188" y="5013325"/>
          <p14:tracePt t="40061" x="6342063" y="4965700"/>
          <p14:tracePt t="40078" x="6602413" y="4894263"/>
          <p14:tracePt t="40095" x="6935788" y="4822825"/>
          <p14:tracePt t="40112" x="7029450" y="4822825"/>
          <p14:tracePt t="40114" x="7124700" y="4799013"/>
          <p14:tracePt t="40129" x="7148513" y="4799013"/>
          <p14:tracePt t="40144" x="7196138" y="4799013"/>
          <p14:tracePt t="40162" x="7291388" y="4775200"/>
          <p14:tracePt t="40179" x="7315200" y="4751388"/>
          <p14:tracePt t="40195" x="7362825" y="4727575"/>
          <p14:tracePt t="40217" x="7577138" y="4656138"/>
          <p14:tracePt t="40228" x="7670800" y="4632325"/>
          <p14:tracePt t="40245" x="7837488" y="4560888"/>
          <p14:tracePt t="40261" x="7956550" y="4560888"/>
          <p14:tracePt t="40278" x="8099425" y="4537075"/>
          <p14:tracePt t="40296" x="8240713" y="4537075"/>
          <p14:tracePt t="40298" x="8312150" y="4537075"/>
          <p14:tracePt t="40311" x="8359775" y="4537075"/>
          <p14:tracePt t="40328" x="8526463" y="4489450"/>
          <p14:tracePt t="40344" x="8669338" y="4465638"/>
          <p14:tracePt t="40361" x="8740775" y="4443413"/>
          <p14:tracePt t="40379" x="8858250" y="4443413"/>
          <p14:tracePt t="40395" x="8929688" y="4443413"/>
          <p14:tracePt t="40412" x="9024938" y="4443413"/>
          <p14:tracePt t="40428" x="9120188" y="4443413"/>
          <p14:tracePt t="40446" x="9215438" y="4443413"/>
          <p14:tracePt t="40448" x="9263063" y="4443413"/>
          <p14:tracePt t="40461" x="9334500" y="4443413"/>
          <p14:tracePt t="40478" x="9429750" y="4443413"/>
          <p14:tracePt t="40495" x="9499600" y="4443413"/>
          <p14:tracePt t="40512" x="9547225" y="4443413"/>
          <p14:tracePt t="40528" x="9594850" y="4443413"/>
          <p14:tracePt t="40545" x="9618663" y="4443413"/>
          <p14:tracePt t="40578" x="9666288" y="4443413"/>
          <p14:tracePt t="40595" x="9785350" y="4443413"/>
          <p14:tracePt t="40612" x="9880600" y="4443413"/>
          <p14:tracePt t="40632" x="10093325" y="4443413"/>
          <p14:tracePt t="40645" x="10188575" y="4443413"/>
          <p14:tracePt t="40661" x="10307638" y="4443413"/>
          <p14:tracePt t="40679" x="10402888" y="4443413"/>
          <p14:tracePt t="40681" x="10426700" y="4443413"/>
          <p14:tracePt t="40760" x="10450513" y="4443413"/>
          <p14:tracePt t="40767" x="10474325" y="4443413"/>
          <p14:tracePt t="40778" x="10498138" y="4443413"/>
          <p14:tracePt t="40794" x="10569575" y="4395788"/>
          <p14:tracePt t="40811" x="10664825" y="4395788"/>
          <p14:tracePt t="40828" x="10758488" y="4395788"/>
          <p14:tracePt t="40845" x="10877550" y="4371975"/>
          <p14:tracePt t="40862" x="10972800" y="4371975"/>
          <p14:tracePt t="40879" x="11068050" y="4348163"/>
          <p14:tracePt t="40883" x="11091863" y="4348163"/>
          <p14:tracePt t="40895" x="11187113" y="4348163"/>
          <p14:tracePt t="40897" x="11280775" y="4324350"/>
          <p14:tracePt t="40914" x="11447463" y="4252913"/>
          <p14:tracePt t="40934" x="11518900" y="4252913"/>
          <p14:tracePt t="40936" x="11542713" y="4252913"/>
          <p14:tracePt t="40944" x="11566525" y="4252913"/>
          <p14:tracePt t="40961" x="11661775" y="4252913"/>
          <p14:tracePt t="40978" x="11709400" y="4252913"/>
          <p14:tracePt t="40995" x="11780838" y="4252913"/>
          <p14:tracePt t="41011" x="11828463" y="4252913"/>
          <p14:tracePt t="41029" x="11876088" y="4252913"/>
          <p14:tracePt t="41032" x="11898313" y="4252913"/>
          <p14:tracePt t="41045" x="11945938" y="4252913"/>
          <p14:tracePt t="41062" x="11969750" y="4252913"/>
          <p14:tracePt t="41078" x="12017375" y="4252913"/>
          <p14:tracePt t="41096" x="12041188" y="4252913"/>
          <p14:tracePt t="41099" x="12065000" y="4252913"/>
          <p14:tracePt t="41114" x="12088813" y="4252913"/>
          <p14:tracePt t="41130" x="12112625" y="4252913"/>
          <p14:tracePt t="41144" x="12160250" y="4252913"/>
          <p14:tracePt t="41163" x="12207875" y="4252913"/>
          <p14:tracePt t="41178" x="12255500" y="4252913"/>
          <p14:tracePt t="41194" x="12279313" y="4252913"/>
          <p14:tracePt t="41256" x="12326938" y="4252913"/>
          <p14:tracePt t="41263" x="12350750" y="4252913"/>
          <p14:tracePt t="41272" x="12374563" y="4252913"/>
          <p14:tracePt t="41288" x="12398375" y="4252913"/>
          <p14:tracePt t="41296" x="12422188" y="4252913"/>
          <p14:tracePt t="41314" x="12446000" y="4252913"/>
          <p14:tracePt t="41944" x="12469813" y="4229100"/>
          <p14:tracePt t="44713" x="12515850" y="4229100"/>
          <p14:tracePt t="44728" x="12469813" y="4324350"/>
          <p14:tracePt t="44730" x="12231688" y="4443413"/>
          <p14:tracePt t="44746" x="11661775" y="4679950"/>
          <p14:tracePt t="44760" x="11044238" y="4846638"/>
          <p14:tracePt t="44778" x="10545763" y="4941888"/>
          <p14:tracePt t="44794" x="10093325" y="5013325"/>
          <p14:tracePt t="44811" x="9713913" y="5084763"/>
          <p14:tracePt t="44828" x="9263063" y="5178425"/>
          <p14:tracePt t="44845" x="8645525" y="5249863"/>
          <p14:tracePt t="44861" x="8240713" y="5249863"/>
          <p14:tracePt t="44878" x="7742238" y="5249863"/>
          <p14:tracePt t="44895" x="7029450" y="5249863"/>
          <p14:tracePt t="44913" x="6721475" y="5249863"/>
          <p14:tracePt t="44916" x="6483350" y="5249863"/>
          <p14:tracePt t="44928" x="6246813" y="5249863"/>
          <p14:tracePt t="44945" x="5865813" y="5249863"/>
          <p14:tracePt t="44961" x="5818188" y="5249863"/>
          <p14:tracePt t="45632" x="5842000" y="5249863"/>
          <p14:tracePt t="45656" x="5865813" y="5249863"/>
          <p14:tracePt t="45672" x="5913438" y="5226050"/>
          <p14:tracePt t="45697" x="5937250" y="5202238"/>
          <p14:tracePt t="45704" x="5984875" y="5178425"/>
          <p14:tracePt t="45728" x="6032500" y="5154613"/>
          <p14:tracePt t="45732" x="6056313" y="5154613"/>
          <p14:tracePt t="45745" x="6151563" y="5132388"/>
          <p14:tracePt t="45763" x="6246813" y="5132388"/>
          <p14:tracePt t="45778" x="6365875" y="5132388"/>
          <p14:tracePt t="45794" x="6530975" y="5132388"/>
          <p14:tracePt t="45811" x="6840538" y="5132388"/>
          <p14:tracePt t="45828" x="7196138" y="5132388"/>
          <p14:tracePt t="45844" x="7694613" y="5132388"/>
          <p14:tracePt t="45861" x="8099425" y="5132388"/>
          <p14:tracePt t="45877" x="8335963" y="5132388"/>
          <p14:tracePt t="45894" x="8383588" y="5132388"/>
          <p14:tracePt t="45984" x="8407400" y="5084763"/>
          <p14:tracePt t="46043" x="8478838" y="5060950"/>
          <p14:tracePt t="46055" x="8502650" y="5037138"/>
          <p14:tracePt t="46077" x="8526463" y="5037138"/>
          <p14:tracePt t="46094" x="8574088" y="5037138"/>
          <p14:tracePt t="46112" x="8621713" y="5037138"/>
          <p14:tracePt t="46129" x="8645525" y="5037138"/>
          <p14:tracePt t="46177" x="8669338" y="5037138"/>
          <p14:tracePt t="46257" x="8693150" y="5037138"/>
          <p14:tracePt t="46272" x="8716963" y="5037138"/>
          <p14:tracePt t="46288" x="8740775" y="5037138"/>
          <p14:tracePt t="46296" x="8764588" y="5037138"/>
          <p14:tracePt t="46312" x="8788400" y="5037138"/>
          <p14:tracePt t="46314" x="8836025" y="5037138"/>
          <p14:tracePt t="46328" x="8858250" y="5037138"/>
          <p14:tracePt t="46345" x="8929688" y="5037138"/>
          <p14:tracePt t="46378" x="9024938" y="5037138"/>
          <p14:tracePt t="46394" x="9072563" y="5037138"/>
          <p14:tracePt t="46411" x="9191625" y="5037138"/>
          <p14:tracePt t="46428" x="9263063" y="5037138"/>
          <p14:tracePt t="46445" x="9358313" y="5037138"/>
          <p14:tracePt t="46461" x="9405938" y="5037138"/>
          <p14:tracePt t="46478" x="9429750" y="5037138"/>
          <p14:tracePt t="46639" x="9451975" y="5037138"/>
          <p14:tracePt t="46655" x="9475788" y="5037138"/>
          <p14:tracePt t="46678" x="9547225" y="5037138"/>
          <p14:tracePt t="46694" x="9571038" y="5037138"/>
          <p14:tracePt t="46711" x="9618663" y="5037138"/>
          <p14:tracePt t="46779" x="9642475" y="5060950"/>
          <p14:tracePt t="46912" x="9666288" y="5060950"/>
          <p14:tracePt t="46919" x="9690100" y="5060950"/>
          <p14:tracePt t="46929" x="9713913" y="5060950"/>
          <p14:tracePt t="46948" x="9737725" y="5108575"/>
          <p14:tracePt t="47072" x="9761538" y="5108575"/>
          <p14:tracePt t="47256" x="9809163" y="5132388"/>
          <p14:tracePt t="47263" x="9832975" y="5154613"/>
          <p14:tracePt t="47279" x="9856788" y="5154613"/>
          <p14:tracePt t="47294" x="9928225" y="5178425"/>
          <p14:tracePt t="47312" x="9952038" y="5202238"/>
          <p14:tracePt t="47328" x="9975850" y="5202238"/>
          <p14:tracePt t="47424" x="9999663" y="5202238"/>
          <p14:tracePt t="48552" x="10023475" y="5226050"/>
          <p14:tracePt t="48560" x="10023475" y="5249863"/>
          <p14:tracePt t="48579" x="9975850" y="5440363"/>
          <p14:tracePt t="48594" x="9928225" y="5630863"/>
          <p14:tracePt t="48611" x="9809163" y="5867400"/>
          <p14:tracePt t="48628" x="9713913" y="6200775"/>
          <p14:tracePt t="48644" x="9429750" y="6889750"/>
          <p14:tracePt t="48661" x="9215438" y="7483475"/>
          <p14:tracePt t="48677" x="8977313" y="8053388"/>
          <p14:tracePt t="48694" x="8788400" y="8410575"/>
          <p14:tracePt t="48712" x="8716963" y="8647113"/>
          <p14:tracePt t="48714" x="8645525" y="8789988"/>
          <p14:tracePt t="48728" x="8574088" y="8932863"/>
          <p14:tracePt t="48731" x="8502650" y="9075738"/>
          <p14:tracePt t="48744" x="8288338" y="9431338"/>
          <p14:tracePt t="48760" x="8170863" y="9669463"/>
          <p14:tracePt t="48777" x="8099425" y="9836150"/>
          <p14:tracePt t="48794" x="8027988" y="10001250"/>
          <p14:tracePt t="48810" x="7932738" y="10167938"/>
          <p14:tracePt t="49889" x="0" y="0"/>
        </p14:tracePtLst>
        <p14:tracePtLst>
          <p14:tracePt t="64776" x="6905625" y="9401175"/>
          <p14:tracePt t="64929" x="3206750" y="10120313"/>
          <p14:tracePt t="64943" x="3182938" y="10025063"/>
          <p14:tracePt t="64961" x="3111500" y="9788525"/>
          <p14:tracePt t="64962" x="3063875" y="9669463"/>
          <p14:tracePt t="64977" x="3040063" y="9455150"/>
          <p14:tracePt t="64994" x="2778125" y="8742363"/>
          <p14:tracePt t="65010" x="2517775" y="8291513"/>
          <p14:tracePt t="65027" x="2303463" y="7864475"/>
          <p14:tracePt t="65043" x="2208213" y="7626350"/>
          <p14:tracePt t="65060" x="2136775" y="7435850"/>
          <p14:tracePt t="65076" x="2136775" y="7364413"/>
          <p14:tracePt t="65094" x="2114550" y="7199313"/>
          <p14:tracePt t="65110" x="2114550" y="6985000"/>
          <p14:tracePt t="65127" x="2160588" y="6651625"/>
          <p14:tracePt t="65130" x="2208213" y="6462713"/>
          <p14:tracePt t="65144" x="2279650" y="6272213"/>
          <p14:tracePt t="65145" x="2351088" y="6057900"/>
          <p14:tracePt t="65160" x="2493963" y="5797550"/>
          <p14:tracePt t="65177" x="2565400" y="5487988"/>
          <p14:tracePt t="65193" x="2565400" y="5392738"/>
          <p14:tracePt t="65210" x="2565400" y="5297488"/>
          <p14:tracePt t="65226" x="2565400" y="5226050"/>
          <p14:tracePt t="65243" x="2565400" y="5132388"/>
          <p14:tracePt t="65260" x="2565400" y="5084763"/>
          <p14:tracePt t="65276" x="2565400" y="5060950"/>
          <p14:tracePt t="65292" x="2565400" y="5037138"/>
          <p14:tracePt t="65384" x="2613025" y="5037138"/>
          <p14:tracePt t="65410" x="3609975" y="5297488"/>
          <p14:tracePt t="65427" x="5154613" y="5464175"/>
          <p14:tracePt t="65444" x="8194675" y="5464175"/>
          <p14:tracePt t="65460" x="12279313" y="5464175"/>
          <p14:tracePt t="65477" x="16032163" y="5464175"/>
          <p14:tracePt t="65832" x="17765713" y="1995488"/>
          <p14:tracePt t="65843" x="17291050" y="1947863"/>
          <p14:tracePt t="65860" x="16340138" y="1947863"/>
          <p14:tracePt t="65876" x="15462250" y="1947863"/>
          <p14:tracePt t="65894" x="14844713" y="1947863"/>
          <p14:tracePt t="65896" x="14558963" y="1900238"/>
          <p14:tracePt t="65910" x="14298613" y="1852613"/>
          <p14:tracePt t="65927" x="13442950" y="1804988"/>
          <p14:tracePt t="65943" x="12849225" y="1804988"/>
          <p14:tracePt t="65964" x="12539663" y="1804988"/>
          <p14:tracePt t="65976" x="12374563" y="1781175"/>
          <p14:tracePt t="65994" x="12303125" y="1781175"/>
          <p14:tracePt t="66009" x="12231688" y="1781175"/>
          <p14:tracePt t="66026" x="12160250" y="1781175"/>
          <p14:tracePt t="66043" x="12017375" y="1781175"/>
          <p14:tracePt t="66060" x="11685588" y="1781175"/>
          <p14:tracePt t="66076" x="11423650" y="1828800"/>
          <p14:tracePt t="66093" x="11187113" y="1852613"/>
          <p14:tracePt t="66111" x="10498138" y="1971675"/>
          <p14:tracePt t="66127" x="9666288" y="2114550"/>
          <p14:tracePt t="66144" x="8693150" y="2305050"/>
          <p14:tracePt t="66161" x="7837488" y="2493963"/>
          <p14:tracePt t="66179" x="7100888" y="2636838"/>
          <p14:tracePt t="66193" x="6483350" y="2732088"/>
          <p14:tracePt t="66210" x="5937250" y="2851150"/>
          <p14:tracePt t="66227" x="5438775" y="2946400"/>
          <p14:tracePt t="66243" x="5083175" y="3065463"/>
          <p14:tracePt t="66260" x="4845050" y="3135313"/>
          <p14:tracePt t="66277" x="4654550" y="3230563"/>
          <p14:tracePt t="66293" x="4537075" y="3254375"/>
          <p14:tracePt t="66310" x="4489450" y="3254375"/>
          <p14:tracePt t="66328" x="4322763" y="3254375"/>
          <p14:tracePt t="66344" x="4132263" y="3206750"/>
          <p14:tracePt t="66361" x="3490913" y="3135313"/>
          <p14:tracePt t="66377" x="2636838" y="2994025"/>
          <p14:tracePt t="66394" x="1733550" y="2803525"/>
          <p14:tracePt t="66410" x="1163638" y="2660650"/>
          <p14:tracePt t="66427" x="855663" y="2541588"/>
          <p14:tracePt t="66443" x="665163" y="2446338"/>
          <p14:tracePt t="66459" x="498475" y="2376488"/>
          <p14:tracePt t="66477" x="450850" y="2257425"/>
          <p14:tracePt t="66492" x="379413" y="2138363"/>
          <p14:tracePt t="66510" x="355600" y="2090738"/>
          <p14:tracePt t="66527" x="355600" y="1995488"/>
          <p14:tracePt t="66544" x="355600" y="1876425"/>
          <p14:tracePt t="66560" x="355600" y="1852613"/>
          <p14:tracePt t="66562" x="355600" y="1828800"/>
          <p14:tracePt t="66577" x="355600" y="1804988"/>
          <p14:tracePt t="66593" x="355600" y="1733550"/>
          <p14:tracePt t="66613" x="355600" y="1616075"/>
          <p14:tracePt t="66615" x="355600" y="1592263"/>
          <p14:tracePt t="66627" x="379413" y="1497013"/>
          <p14:tracePt t="66648" x="522288" y="1282700"/>
          <p14:tracePt t="66659" x="593725" y="1211263"/>
          <p14:tracePt t="66677" x="641350" y="1092200"/>
          <p14:tracePt t="66693" x="665163" y="1068388"/>
          <p14:tracePt t="66710" x="688975" y="1022350"/>
          <p14:tracePt t="66727" x="760413" y="998538"/>
          <p14:tracePt t="66728" x="808038" y="950913"/>
          <p14:tracePt t="66743" x="879475" y="927100"/>
          <p14:tracePt t="66760" x="1163638" y="831850"/>
          <p14:tracePt t="66776" x="1258888" y="808038"/>
          <p14:tracePt t="66793" x="1282700" y="808038"/>
          <p14:tracePt t="66848" x="1330325" y="808038"/>
          <p14:tracePt t="66855" x="1401763" y="760413"/>
          <p14:tracePt t="66871" x="1449388" y="760413"/>
          <p14:tracePt t="66879" x="1543050" y="736600"/>
          <p14:tracePt t="66892" x="1614488" y="712788"/>
          <p14:tracePt t="66913" x="1662113" y="712788"/>
          <p14:tracePt t="66984" x="1685925" y="688975"/>
          <p14:tracePt t="67000" x="1709738" y="617538"/>
          <p14:tracePt t="67009" x="1733550" y="593725"/>
          <p14:tracePt t="67026" x="1733550" y="569913"/>
          <p14:tracePt t="67480" x="1781175" y="569913"/>
          <p14:tracePt t="67487" x="1804988" y="593725"/>
          <p14:tracePt t="67497" x="1852613" y="617538"/>
          <p14:tracePt t="67544" x="1876425" y="688975"/>
          <p14:tracePt t="68408" x="1924050" y="688975"/>
          <p14:tracePt t="68415" x="1995488" y="712788"/>
          <p14:tracePt t="68425" x="2019300" y="712788"/>
          <p14:tracePt t="68447" x="2066925" y="736600"/>
          <p14:tracePt t="68448" x="2090738" y="736600"/>
          <p14:tracePt t="68459" x="2160588" y="760413"/>
          <p14:tracePt t="68476" x="2208213" y="831850"/>
          <p14:tracePt t="68648" x="2232025" y="855663"/>
          <p14:tracePt t="68768" x="2184400" y="879475"/>
          <p14:tracePt t="68783" x="2160588" y="927100"/>
          <p14:tracePt t="68809" x="2114550" y="998538"/>
          <p14:tracePt t="68843" x="2114550" y="1022350"/>
          <p14:tracePt t="68859" x="2114550" y="1044575"/>
          <p14:tracePt t="68879" x="2090738" y="1068388"/>
          <p14:tracePt t="68992" x="2090738" y="1092200"/>
          <p14:tracePt t="69153" x="2114550" y="1116013"/>
          <p14:tracePt t="69167" x="2136775" y="1163638"/>
          <p14:tracePt t="69193" x="2208213" y="1258888"/>
          <p14:tracePt t="69226" x="2279650" y="1425575"/>
          <p14:tracePt t="69243" x="2327275" y="1497013"/>
          <p14:tracePt t="70000" x="2351088" y="1473200"/>
          <p14:tracePt t="70251" x="2398713" y="1473200"/>
          <p14:tracePt t="70276" x="2446338" y="1473200"/>
          <p14:tracePt t="70293" x="2493963" y="1497013"/>
          <p14:tracePt t="70343" x="2493963" y="1592263"/>
          <p14:tracePt t="75272" x="2541588" y="1616075"/>
          <p14:tracePt t="75520" x="2565400" y="1616075"/>
          <p14:tracePt t="75527" x="2589213" y="1616075"/>
          <p14:tracePt t="75544" x="2613025" y="1616075"/>
          <p14:tracePt t="75559" x="2660650" y="1616075"/>
          <p14:tracePt t="75576" x="2684463" y="1544638"/>
          <p14:tracePt t="75579" x="2684463" y="1520825"/>
          <p14:tracePt t="75594" x="2754313" y="1377950"/>
          <p14:tracePt t="75609" x="2754313" y="1354138"/>
          <p14:tracePt t="75626" x="2754313" y="1282700"/>
          <p14:tracePt t="75643" x="2778125" y="1211263"/>
          <p14:tracePt t="75679" x="2778125" y="1187450"/>
          <p14:tracePt t="75904" x="2801938" y="1163638"/>
          <p14:tracePt t="75926" x="2849563" y="1163638"/>
          <p14:tracePt t="75943" x="3016250" y="1163638"/>
          <p14:tracePt t="75960" x="3135313" y="1163638"/>
          <p14:tracePt t="75976" x="3159125" y="1163638"/>
          <p14:tracePt t="76493" x="3182938" y="1163638"/>
          <p14:tracePt t="76499" x="3278188" y="1163638"/>
          <p14:tracePt t="76526" x="3349625" y="1235075"/>
          <p14:tracePt t="76648" x="3371850" y="1235075"/>
          <p14:tracePt t="76659" x="3443288" y="1282700"/>
          <p14:tracePt t="76679" x="3467100" y="1306513"/>
          <p14:tracePt t="76692" x="3490913" y="1330325"/>
          <p14:tracePt t="76709" x="3538538" y="1377950"/>
          <p14:tracePt t="76726" x="3609975" y="1449388"/>
          <p14:tracePt t="76742" x="3657600" y="1497013"/>
          <p14:tracePt t="76760" x="3681413" y="1497013"/>
          <p14:tracePt t="76778" x="3729038" y="1520825"/>
          <p14:tracePt t="76896" x="3752850" y="1568450"/>
          <p14:tracePt t="76911" x="3776663" y="1616075"/>
          <p14:tracePt t="76925" x="3800475" y="1639888"/>
          <p14:tracePt t="76943" x="3824288" y="1663700"/>
          <p14:tracePt t="76959" x="3848100" y="1733550"/>
          <p14:tracePt t="76978" x="3871913" y="1804988"/>
          <p14:tracePt t="76992" x="3871913" y="1828800"/>
          <p14:tracePt t="77080" x="3871913" y="1852613"/>
          <p14:tracePt t="77096" x="3848100" y="1852613"/>
          <p14:tracePt t="77103" x="3800475" y="1852613"/>
          <p14:tracePt t="77126" x="3681413" y="1852613"/>
          <p14:tracePt t="77143" x="3395663" y="1852613"/>
          <p14:tracePt t="77159" x="3302000" y="1852613"/>
          <p14:tracePt t="77163" x="3206750" y="1852613"/>
          <p14:tracePt t="77177" x="3111500" y="1852613"/>
          <p14:tracePt t="77193" x="2708275" y="1757363"/>
          <p14:tracePt t="77208" x="2303463" y="1687513"/>
          <p14:tracePt t="77225" x="1924050" y="1616075"/>
          <p14:tracePt t="77243" x="1520825" y="1497013"/>
          <p14:tracePt t="77259" x="1187450" y="1377950"/>
          <p14:tracePt t="77275" x="949325" y="1282700"/>
          <p14:tracePt t="77292" x="831850" y="1211263"/>
          <p14:tracePt t="77309" x="808038" y="1187450"/>
          <p14:tracePt t="77343" x="712788" y="1116013"/>
          <p14:tracePt t="77359" x="641350" y="1068388"/>
          <p14:tracePt t="77377" x="617538" y="1022350"/>
          <p14:tracePt t="77576" x="688975" y="1044575"/>
          <p14:tracePt t="77610" x="1211263" y="1163638"/>
          <p14:tracePt t="77625" x="1590675" y="1258888"/>
          <p14:tracePt t="77642" x="1924050" y="1330325"/>
          <p14:tracePt t="77659" x="2019300" y="1354138"/>
          <p14:tracePt t="77675" x="2043113" y="1354138"/>
          <p14:tracePt t="77911" x="2066925" y="1354138"/>
          <p14:tracePt t="77951" x="2019300" y="1330325"/>
          <p14:tracePt t="77981" x="1971675" y="1306513"/>
          <p14:tracePt t="77992" x="1947863" y="1282700"/>
          <p14:tracePt t="78025" x="1924050" y="1235075"/>
          <p14:tracePt t="78042" x="1900238" y="1235075"/>
          <p14:tracePt t="78058" x="1876425" y="1235075"/>
          <p14:tracePt t="78076" x="1804988" y="1211263"/>
          <p14:tracePt t="78335" x="1900238" y="1211263"/>
          <p14:tracePt t="78344" x="2043113" y="1211263"/>
          <p14:tracePt t="78359" x="2303463" y="1211263"/>
          <p14:tracePt t="78361" x="2732088" y="1211263"/>
          <p14:tracePt t="78376" x="3254375" y="1211263"/>
          <p14:tracePt t="78392" x="7077075" y="1211263"/>
          <p14:tracePt t="78409" x="11068050" y="1211263"/>
          <p14:tracePt t="78425" x="14701838" y="1211263"/>
          <p14:tracePt t="78442" x="17837150" y="1211263"/>
          <p14:tracePt t="78824" x="18168938" y="355600"/>
          <p14:tracePt t="78842" x="17932400" y="355600"/>
          <p14:tracePt t="78859" x="17765713" y="427038"/>
          <p14:tracePt t="78875" x="17527588" y="522288"/>
          <p14:tracePt t="78893" x="17219613" y="760413"/>
          <p14:tracePt t="78909" x="16957675" y="974725"/>
          <p14:tracePt t="78926" x="16790988" y="1139825"/>
          <p14:tracePt t="78943" x="16602075" y="1330325"/>
          <p14:tracePt t="78959" x="16578263" y="1401763"/>
          <p14:tracePt t="78961" x="16554450" y="1425575"/>
          <p14:tracePt t="78976" x="16530638" y="1449388"/>
          <p14:tracePt t="78978" x="16506825" y="1473200"/>
          <p14:tracePt t="79168" x="16483013" y="1473200"/>
          <p14:tracePt t="79180" x="16459200" y="1449388"/>
          <p14:tracePt t="79193" x="16363950" y="1282700"/>
          <p14:tracePt t="79209" x="16127413" y="998538"/>
          <p14:tracePt t="79225" x="15865475" y="760413"/>
          <p14:tracePt t="79242" x="15817850" y="712788"/>
          <p14:tracePt t="79432" x="15817850" y="736600"/>
          <p14:tracePt t="79439" x="15817850" y="808038"/>
          <p14:tracePt t="79458" x="15865475" y="1044575"/>
          <p14:tracePt t="79475" x="16008350" y="1330325"/>
          <p14:tracePt t="79492" x="16103600" y="1568450"/>
          <p14:tracePt t="79509" x="16244888" y="1757363"/>
          <p14:tracePt t="79526" x="16506825" y="1947863"/>
          <p14:tracePt t="79559" x="17384713" y="2090738"/>
          <p14:tracePt t="79578" x="17718088" y="2090738"/>
          <p14:tracePt t="79592" x="17789525" y="2090738"/>
          <p14:tracePt t="79609" x="17860963" y="2066925"/>
          <p14:tracePt t="79627" x="17860963" y="2043113"/>
          <p14:tracePt t="79642" x="17837150" y="1924050"/>
          <p14:tracePt t="79658" x="17718088" y="1757363"/>
          <p14:tracePt t="79675" x="17243425" y="1449388"/>
          <p14:tracePt t="79692" x="16554450" y="1282700"/>
          <p14:tracePt t="79709" x="15984538" y="1139825"/>
          <p14:tracePt t="79726" x="15889288" y="1139825"/>
          <p14:tracePt t="79742" x="15841663" y="1139825"/>
          <p14:tracePt t="79913" x="15794038" y="1116013"/>
          <p14:tracePt t="79943" x="15651163" y="1044575"/>
          <p14:tracePt t="79961" x="15555913" y="998538"/>
          <p14:tracePt t="79992" x="15438438" y="998538"/>
          <p14:tracePt t="80008" x="15152688" y="1022350"/>
          <p14:tracePt t="80025" x="14916150" y="1068388"/>
          <p14:tracePt t="80042" x="14844713" y="1116013"/>
          <p14:tracePt t="80059" x="14701838" y="1163638"/>
          <p14:tracePt t="80075" x="14558963" y="1235075"/>
          <p14:tracePt t="80092" x="14487525" y="1258888"/>
          <p14:tracePt t="80108" x="14344650" y="1330325"/>
          <p14:tracePt t="80126" x="14250988" y="1377950"/>
          <p14:tracePt t="80143" x="14108113" y="1497013"/>
          <p14:tracePt t="80159" x="14012863" y="1544638"/>
          <p14:tracePt t="80177" x="13989050" y="1568450"/>
          <p14:tracePt t="80209" x="13989050" y="1592263"/>
          <p14:tracePt t="80249" x="13989050" y="1616075"/>
          <p14:tracePt t="80259" x="13989050" y="1663700"/>
          <p14:tracePt t="80277" x="14012863" y="1781175"/>
          <p14:tracePt t="80279" x="14036675" y="1852613"/>
          <p14:tracePt t="80291" x="14060488" y="1876425"/>
          <p14:tracePt t="80313" x="14084300" y="1924050"/>
          <p14:tracePt t="80328" x="14155738" y="1995488"/>
          <p14:tracePt t="80342" x="14179550" y="2019300"/>
          <p14:tracePt t="80345" x="14227175" y="2043113"/>
          <p14:tracePt t="80360" x="14392275" y="2066925"/>
          <p14:tracePt t="80378" x="14630400" y="2185988"/>
          <p14:tracePt t="80392" x="14820900" y="2209800"/>
          <p14:tracePt t="80408" x="15009813" y="2257425"/>
          <p14:tracePt t="80426" x="15200313" y="2257425"/>
          <p14:tracePt t="80442" x="15438438" y="2257425"/>
          <p14:tracePt t="80459" x="15627350" y="2257425"/>
          <p14:tracePt t="80476" x="15746413" y="2257425"/>
          <p14:tracePt t="80492" x="15770225" y="2257425"/>
          <p14:tracePt t="80525" x="15794038" y="2257425"/>
          <p14:tracePt t="80543" x="15865475" y="2281238"/>
          <p14:tracePt t="80625" x="15936913" y="2305050"/>
          <p14:tracePt t="80664" x="15960725" y="2376488"/>
          <p14:tracePt t="80688" x="15984538" y="2400300"/>
          <p14:tracePt t="80704" x="16008350" y="2422525"/>
          <p14:tracePt t="80736" x="16008350" y="2446338"/>
          <p14:tracePt t="80800" x="16032163" y="2493963"/>
          <p14:tracePt t="81176" x="16008350" y="2517775"/>
          <p14:tracePt t="81208" x="15817850" y="2517775"/>
          <p14:tracePt t="81225" x="15698788" y="2517775"/>
          <p14:tracePt t="81242" x="15533688" y="2517775"/>
          <p14:tracePt t="81259" x="15295563" y="2446338"/>
          <p14:tracePt t="81276" x="14986000" y="2422525"/>
          <p14:tracePt t="81292" x="14535150" y="2328863"/>
          <p14:tracePt t="81310" x="14036675" y="2281238"/>
          <p14:tracePt t="81313" x="13798550" y="2257425"/>
          <p14:tracePt t="81329" x="13419138" y="2257425"/>
          <p14:tracePt t="81342" x="13181013" y="2209800"/>
          <p14:tracePt t="81359" x="12944475" y="2138363"/>
          <p14:tracePt t="81360" x="12849225" y="2138363"/>
          <p14:tracePt t="81376" x="12801600" y="2138363"/>
          <p14:tracePt t="81378" x="12706350" y="2138363"/>
          <p14:tracePt t="81392" x="12587288" y="2114550"/>
          <p14:tracePt t="81408" x="12515850" y="2114550"/>
          <p14:tracePt t="81425" x="12469813" y="2114550"/>
          <p14:tracePt t="81442" x="12398375" y="2114550"/>
          <p14:tracePt t="81459" x="12326938" y="2114550"/>
          <p14:tracePt t="81475" x="12231688" y="2114550"/>
          <p14:tracePt t="81493" x="12136438" y="2090738"/>
          <p14:tracePt t="81608" x="12112625" y="2090738"/>
          <p14:tracePt t="81615" x="12088813" y="2090738"/>
          <p14:tracePt t="81624" x="12041188" y="2090738"/>
          <p14:tracePt t="81642" x="11945938" y="2114550"/>
          <p14:tracePt t="81659" x="11852275" y="2209800"/>
          <p14:tracePt t="81675" x="11757025" y="2281238"/>
          <p14:tracePt t="81694" x="11661775" y="2422525"/>
          <p14:tracePt t="81695" x="11637963" y="2517775"/>
          <p14:tracePt t="81708" x="11614150" y="2565400"/>
          <p14:tracePt t="81725" x="11614150" y="2684463"/>
          <p14:tracePt t="81743" x="11566525" y="3041650"/>
          <p14:tracePt t="81759" x="11566525" y="3182938"/>
          <p14:tracePt t="81776" x="11566525" y="3540125"/>
          <p14:tracePt t="81778" x="11566525" y="3683000"/>
          <p14:tracePt t="81792" x="11495088" y="3990975"/>
          <p14:tracePt t="81808" x="11423650" y="4395788"/>
          <p14:tracePt t="81825" x="11304588" y="4775200"/>
          <p14:tracePt t="81842" x="11091863" y="5202238"/>
          <p14:tracePt t="81859" x="10925175" y="5702300"/>
          <p14:tracePt t="81875" x="10782300" y="6057900"/>
          <p14:tracePt t="81893" x="10617200" y="6391275"/>
          <p14:tracePt t="81909" x="10498138" y="6746875"/>
          <p14:tracePt t="81927" x="10283825" y="7175500"/>
          <p14:tracePt t="81942" x="10260013" y="7316788"/>
          <p14:tracePt t="81959" x="10117138" y="7602538"/>
          <p14:tracePt t="81976" x="9952038" y="7958138"/>
          <p14:tracePt t="81992" x="9690100" y="8410575"/>
          <p14:tracePt t="82009" x="9547225" y="8599488"/>
          <p14:tracePt t="82027" x="9429750" y="8813800"/>
          <p14:tracePt t="82042" x="9334500" y="8980488"/>
          <p14:tracePt t="82058" x="9120188" y="9218613"/>
          <p14:tracePt t="82075" x="8812213" y="9645650"/>
          <p14:tracePt t="82092" x="8383588" y="10096500"/>
          <p14:tracePt t="82712" x="1924050" y="9028113"/>
          <p14:tracePt t="82725" x="617538" y="8267700"/>
        </p14:tracePtLst>
      </p14:laserTrace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C5A241-4D30-26E2-773F-0ACAD9D02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F4447F06-AB67-2128-B1DC-B57861969C75}"/>
              </a:ext>
            </a:extLst>
          </p:cNvPr>
          <p:cNvSpPr/>
          <p:nvPr/>
        </p:nvSpPr>
        <p:spPr>
          <a:xfrm rot="-5400000">
            <a:off x="3905451" y="-4606044"/>
            <a:ext cx="11177825" cy="19873686"/>
          </a:xfrm>
          <a:custGeom>
            <a:avLst/>
            <a:gdLst/>
            <a:ahLst/>
            <a:cxnLst/>
            <a:rect l="l" t="t" r="r" b="b"/>
            <a:pathLst>
              <a:path w="11177825" h="19873686">
                <a:moveTo>
                  <a:pt x="0" y="0"/>
                </a:moveTo>
                <a:lnTo>
                  <a:pt x="11177825" y="0"/>
                </a:lnTo>
                <a:lnTo>
                  <a:pt x="11177825" y="19873686"/>
                </a:lnTo>
                <a:lnTo>
                  <a:pt x="0" y="198736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C39FDC9-0795-3E87-2AA3-19411AEFFAD4}"/>
              </a:ext>
            </a:extLst>
          </p:cNvPr>
          <p:cNvSpPr txBox="1"/>
          <p:nvPr/>
        </p:nvSpPr>
        <p:spPr>
          <a:xfrm>
            <a:off x="1" y="800100"/>
            <a:ext cx="18288000" cy="7134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67"/>
              </a:lnSpc>
            </a:pPr>
            <a:r>
              <a:rPr lang="en-US" sz="4795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TECHNOLOGY USED</a:t>
            </a:r>
            <a:endParaRPr lang="en-US" sz="4795" dirty="0">
              <a:solidFill>
                <a:srgbClr val="FFE00F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30913F65-1742-EBD2-1515-9C24D780C06A}"/>
              </a:ext>
            </a:extLst>
          </p:cNvPr>
          <p:cNvSpPr/>
          <p:nvPr/>
        </p:nvSpPr>
        <p:spPr>
          <a:xfrm>
            <a:off x="15676333" y="108342"/>
            <a:ext cx="2374487" cy="2022916"/>
          </a:xfrm>
          <a:custGeom>
            <a:avLst/>
            <a:gdLst/>
            <a:ahLst/>
            <a:cxnLst/>
            <a:rect l="l" t="t" r="r" b="b"/>
            <a:pathLst>
              <a:path w="2374487" h="2022916">
                <a:moveTo>
                  <a:pt x="0" y="0"/>
                </a:moveTo>
                <a:lnTo>
                  <a:pt x="2374487" y="0"/>
                </a:lnTo>
                <a:lnTo>
                  <a:pt x="2374487" y="2022916"/>
                </a:lnTo>
                <a:lnTo>
                  <a:pt x="0" y="20229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840" t="-13167" r="-6840" b="-202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4F0BC03F-DCE5-5D44-9E9D-069B786C3EBF}"/>
              </a:ext>
            </a:extLst>
          </p:cNvPr>
          <p:cNvSpPr/>
          <p:nvPr/>
        </p:nvSpPr>
        <p:spPr>
          <a:xfrm>
            <a:off x="609600" y="469572"/>
            <a:ext cx="1300456" cy="1300456"/>
          </a:xfrm>
          <a:custGeom>
            <a:avLst/>
            <a:gdLst/>
            <a:ahLst/>
            <a:cxnLst/>
            <a:rect l="l" t="t" r="r" b="b"/>
            <a:pathLst>
              <a:path w="1300456" h="1300456">
                <a:moveTo>
                  <a:pt x="0" y="0"/>
                </a:moveTo>
                <a:lnTo>
                  <a:pt x="1300456" y="0"/>
                </a:lnTo>
                <a:lnTo>
                  <a:pt x="1300456" y="1300456"/>
                </a:lnTo>
                <a:lnTo>
                  <a:pt x="0" y="13004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B91E87A-F373-4F55-B16E-AB4982CC7CAD}"/>
              </a:ext>
            </a:extLst>
          </p:cNvPr>
          <p:cNvGrpSpPr/>
          <p:nvPr/>
        </p:nvGrpSpPr>
        <p:grpSpPr>
          <a:xfrm>
            <a:off x="2175379" y="6655668"/>
            <a:ext cx="13892917" cy="3744416"/>
            <a:chOff x="831531" y="3455353"/>
            <a:chExt cx="7716831" cy="1300687"/>
          </a:xfrm>
        </p:grpSpPr>
        <p:sp>
          <p:nvSpPr>
            <p:cNvPr id="26" name="object 75">
              <a:extLst>
                <a:ext uri="{FF2B5EF4-FFF2-40B4-BE49-F238E27FC236}">
                  <a16:creationId xmlns:a16="http://schemas.microsoft.com/office/drawing/2014/main" id="{870B4267-4547-9029-901B-C3EB4B1F5FC4}"/>
                </a:ext>
              </a:extLst>
            </p:cNvPr>
            <p:cNvSpPr/>
            <p:nvPr/>
          </p:nvSpPr>
          <p:spPr>
            <a:xfrm>
              <a:off x="831531" y="3534275"/>
              <a:ext cx="7550469" cy="1088707"/>
            </a:xfrm>
            <a:custGeom>
              <a:avLst/>
              <a:gdLst/>
              <a:ahLst/>
              <a:cxnLst/>
              <a:rect l="l" t="t" r="r" b="b"/>
              <a:pathLst>
                <a:path w="7772400" h="2602229">
                  <a:moveTo>
                    <a:pt x="0" y="2601849"/>
                  </a:moveTo>
                  <a:lnTo>
                    <a:pt x="7772400" y="2601849"/>
                  </a:lnTo>
                  <a:lnTo>
                    <a:pt x="7772400" y="0"/>
                  </a:lnTo>
                  <a:lnTo>
                    <a:pt x="0" y="0"/>
                  </a:lnTo>
                  <a:lnTo>
                    <a:pt x="0" y="2601849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10">
              <a:extLst>
                <a:ext uri="{FF2B5EF4-FFF2-40B4-BE49-F238E27FC236}">
                  <a16:creationId xmlns:a16="http://schemas.microsoft.com/office/drawing/2014/main" id="{B11F400E-EE00-90A9-614E-E1261BFA8171}"/>
                </a:ext>
              </a:extLst>
            </p:cNvPr>
            <p:cNvSpPr/>
            <p:nvPr/>
          </p:nvSpPr>
          <p:spPr>
            <a:xfrm>
              <a:off x="876301" y="3562350"/>
              <a:ext cx="465174" cy="445956"/>
            </a:xfrm>
            <a:custGeom>
              <a:avLst/>
              <a:gdLst/>
              <a:ahLst/>
              <a:cxnLst/>
              <a:rect l="l" t="t" r="r" b="b"/>
              <a:pathLst>
                <a:path w="796289" h="688340">
                  <a:moveTo>
                    <a:pt x="239923" y="1269"/>
                  </a:moveTo>
                  <a:lnTo>
                    <a:pt x="197928" y="11429"/>
                  </a:lnTo>
                  <a:lnTo>
                    <a:pt x="167887" y="41909"/>
                  </a:lnTo>
                  <a:lnTo>
                    <a:pt x="154223" y="82549"/>
                  </a:lnTo>
                  <a:lnTo>
                    <a:pt x="152537" y="129539"/>
                  </a:lnTo>
                  <a:lnTo>
                    <a:pt x="158432" y="175259"/>
                  </a:lnTo>
                  <a:lnTo>
                    <a:pt x="167509" y="215899"/>
                  </a:lnTo>
                  <a:lnTo>
                    <a:pt x="126390" y="228599"/>
                  </a:lnTo>
                  <a:lnTo>
                    <a:pt x="81885" y="246379"/>
                  </a:lnTo>
                  <a:lnTo>
                    <a:pt x="41189" y="271779"/>
                  </a:lnTo>
                  <a:lnTo>
                    <a:pt x="11496" y="303529"/>
                  </a:lnTo>
                  <a:lnTo>
                    <a:pt x="0" y="344169"/>
                  </a:lnTo>
                  <a:lnTo>
                    <a:pt x="11481" y="384809"/>
                  </a:lnTo>
                  <a:lnTo>
                    <a:pt x="41127" y="417829"/>
                  </a:lnTo>
                  <a:lnTo>
                    <a:pt x="81734" y="443229"/>
                  </a:lnTo>
                  <a:lnTo>
                    <a:pt x="126104" y="462279"/>
                  </a:lnTo>
                  <a:lnTo>
                    <a:pt x="167034" y="474979"/>
                  </a:lnTo>
                  <a:lnTo>
                    <a:pt x="158036" y="515619"/>
                  </a:lnTo>
                  <a:lnTo>
                    <a:pt x="152383" y="561339"/>
                  </a:lnTo>
                  <a:lnTo>
                    <a:pt x="154159" y="603249"/>
                  </a:lnTo>
                  <a:lnTo>
                    <a:pt x="154267" y="605789"/>
                  </a:lnTo>
                  <a:lnTo>
                    <a:pt x="154375" y="608329"/>
                  </a:lnTo>
                  <a:lnTo>
                    <a:pt x="168315" y="648969"/>
                  </a:lnTo>
                  <a:lnTo>
                    <a:pt x="198503" y="678179"/>
                  </a:lnTo>
                  <a:lnTo>
                    <a:pt x="240591" y="688339"/>
                  </a:lnTo>
                  <a:lnTo>
                    <a:pt x="284791" y="680719"/>
                  </a:lnTo>
                  <a:lnTo>
                    <a:pt x="328032" y="659129"/>
                  </a:lnTo>
                  <a:lnTo>
                    <a:pt x="335162" y="654049"/>
                  </a:lnTo>
                  <a:lnTo>
                    <a:pt x="257401" y="654049"/>
                  </a:lnTo>
                  <a:lnTo>
                    <a:pt x="215493" y="648969"/>
                  </a:lnTo>
                  <a:lnTo>
                    <a:pt x="190638" y="618489"/>
                  </a:lnTo>
                  <a:lnTo>
                    <a:pt x="184972" y="572769"/>
                  </a:lnTo>
                  <a:lnTo>
                    <a:pt x="190692" y="524509"/>
                  </a:lnTo>
                  <a:lnTo>
                    <a:pt x="199995" y="483869"/>
                  </a:lnTo>
                  <a:lnTo>
                    <a:pt x="584849" y="483869"/>
                  </a:lnTo>
                  <a:lnTo>
                    <a:pt x="597516" y="481329"/>
                  </a:lnTo>
                  <a:lnTo>
                    <a:pt x="632050" y="481329"/>
                  </a:lnTo>
                  <a:lnTo>
                    <a:pt x="630409" y="473709"/>
                  </a:lnTo>
                  <a:lnTo>
                    <a:pt x="646422" y="468629"/>
                  </a:lnTo>
                  <a:lnTo>
                    <a:pt x="362049" y="468629"/>
                  </a:lnTo>
                  <a:lnTo>
                    <a:pt x="325843" y="466089"/>
                  </a:lnTo>
                  <a:lnTo>
                    <a:pt x="324106" y="463549"/>
                  </a:lnTo>
                  <a:lnTo>
                    <a:pt x="282516" y="463549"/>
                  </a:lnTo>
                  <a:lnTo>
                    <a:pt x="244584" y="458469"/>
                  </a:lnTo>
                  <a:lnTo>
                    <a:pt x="226544" y="454659"/>
                  </a:lnTo>
                  <a:lnTo>
                    <a:pt x="209171" y="452119"/>
                  </a:lnTo>
                  <a:lnTo>
                    <a:pt x="211959" y="443229"/>
                  </a:lnTo>
                  <a:lnTo>
                    <a:pt x="176157" y="443229"/>
                  </a:lnTo>
                  <a:lnTo>
                    <a:pt x="135623" y="430529"/>
                  </a:lnTo>
                  <a:lnTo>
                    <a:pt x="88789" y="410209"/>
                  </a:lnTo>
                  <a:lnTo>
                    <a:pt x="50098" y="380999"/>
                  </a:lnTo>
                  <a:lnTo>
                    <a:pt x="33992" y="344169"/>
                  </a:lnTo>
                  <a:lnTo>
                    <a:pt x="49875" y="307339"/>
                  </a:lnTo>
                  <a:lnTo>
                    <a:pt x="88236" y="279399"/>
                  </a:lnTo>
                  <a:lnTo>
                    <a:pt x="135136" y="260349"/>
                  </a:lnTo>
                  <a:lnTo>
                    <a:pt x="176639" y="247649"/>
                  </a:lnTo>
                  <a:lnTo>
                    <a:pt x="212374" y="247649"/>
                  </a:lnTo>
                  <a:lnTo>
                    <a:pt x="209635" y="240029"/>
                  </a:lnTo>
                  <a:lnTo>
                    <a:pt x="244766" y="232409"/>
                  </a:lnTo>
                  <a:lnTo>
                    <a:pt x="281787" y="227329"/>
                  </a:lnTo>
                  <a:lnTo>
                    <a:pt x="322852" y="227329"/>
                  </a:lnTo>
                  <a:lnTo>
                    <a:pt x="325445" y="223519"/>
                  </a:lnTo>
                  <a:lnTo>
                    <a:pt x="361672" y="220979"/>
                  </a:lnTo>
                  <a:lnTo>
                    <a:pt x="644966" y="220979"/>
                  </a:lnTo>
                  <a:lnTo>
                    <a:pt x="628685" y="215899"/>
                  </a:lnTo>
                  <a:lnTo>
                    <a:pt x="630326" y="208279"/>
                  </a:lnTo>
                  <a:lnTo>
                    <a:pt x="200462" y="208279"/>
                  </a:lnTo>
                  <a:lnTo>
                    <a:pt x="190547" y="165099"/>
                  </a:lnTo>
                  <a:lnTo>
                    <a:pt x="184498" y="116839"/>
                  </a:lnTo>
                  <a:lnTo>
                    <a:pt x="190057" y="71119"/>
                  </a:lnTo>
                  <a:lnTo>
                    <a:pt x="214963" y="40639"/>
                  </a:lnTo>
                  <a:lnTo>
                    <a:pt x="256178" y="35559"/>
                  </a:lnTo>
                  <a:lnTo>
                    <a:pt x="332624" y="35559"/>
                  </a:lnTo>
                  <a:lnTo>
                    <a:pt x="327292" y="31749"/>
                  </a:lnTo>
                  <a:lnTo>
                    <a:pt x="284090" y="10159"/>
                  </a:lnTo>
                  <a:lnTo>
                    <a:pt x="239923" y="1269"/>
                  </a:lnTo>
                  <a:close/>
                </a:path>
                <a:path w="796289" h="688340">
                  <a:moveTo>
                    <a:pt x="449037" y="603249"/>
                  </a:moveTo>
                  <a:lnTo>
                    <a:pt x="399365" y="603249"/>
                  </a:lnTo>
                  <a:lnTo>
                    <a:pt x="431104" y="631189"/>
                  </a:lnTo>
                  <a:lnTo>
                    <a:pt x="469513" y="659129"/>
                  </a:lnTo>
                  <a:lnTo>
                    <a:pt x="511778" y="680719"/>
                  </a:lnTo>
                  <a:lnTo>
                    <a:pt x="555088" y="688339"/>
                  </a:lnTo>
                  <a:lnTo>
                    <a:pt x="596632" y="678179"/>
                  </a:lnTo>
                  <a:lnTo>
                    <a:pt x="620490" y="655319"/>
                  </a:lnTo>
                  <a:lnTo>
                    <a:pt x="539047" y="655319"/>
                  </a:lnTo>
                  <a:lnTo>
                    <a:pt x="495470" y="637539"/>
                  </a:lnTo>
                  <a:lnTo>
                    <a:pt x="454815" y="608329"/>
                  </a:lnTo>
                  <a:lnTo>
                    <a:pt x="449037" y="603249"/>
                  </a:lnTo>
                  <a:close/>
                </a:path>
                <a:path w="796289" h="688340">
                  <a:moveTo>
                    <a:pt x="632050" y="481329"/>
                  </a:moveTo>
                  <a:lnTo>
                    <a:pt x="597516" y="481329"/>
                  </a:lnTo>
                  <a:lnTo>
                    <a:pt x="606254" y="521969"/>
                  </a:lnTo>
                  <a:lnTo>
                    <a:pt x="611216" y="571499"/>
                  </a:lnTo>
                  <a:lnTo>
                    <a:pt x="604846" y="618489"/>
                  </a:lnTo>
                  <a:lnTo>
                    <a:pt x="579589" y="650239"/>
                  </a:lnTo>
                  <a:lnTo>
                    <a:pt x="539047" y="655319"/>
                  </a:lnTo>
                  <a:lnTo>
                    <a:pt x="620490" y="655319"/>
                  </a:lnTo>
                  <a:lnTo>
                    <a:pt x="627117" y="648969"/>
                  </a:lnTo>
                  <a:lnTo>
                    <a:pt x="641626" y="607059"/>
                  </a:lnTo>
                  <a:lnTo>
                    <a:pt x="644200" y="561339"/>
                  </a:lnTo>
                  <a:lnTo>
                    <a:pt x="644271" y="560069"/>
                  </a:lnTo>
                  <a:lnTo>
                    <a:pt x="639162" y="514349"/>
                  </a:lnTo>
                  <a:lnTo>
                    <a:pt x="632050" y="481329"/>
                  </a:lnTo>
                  <a:close/>
                </a:path>
                <a:path w="796289" h="688340">
                  <a:moveTo>
                    <a:pt x="584849" y="483869"/>
                  </a:moveTo>
                  <a:lnTo>
                    <a:pt x="199995" y="483869"/>
                  </a:lnTo>
                  <a:lnTo>
                    <a:pt x="225076" y="487679"/>
                  </a:lnTo>
                  <a:lnTo>
                    <a:pt x="251375" y="492759"/>
                  </a:lnTo>
                  <a:lnTo>
                    <a:pt x="307230" y="497839"/>
                  </a:lnTo>
                  <a:lnTo>
                    <a:pt x="323924" y="520699"/>
                  </a:lnTo>
                  <a:lnTo>
                    <a:pt x="340930" y="541019"/>
                  </a:lnTo>
                  <a:lnTo>
                    <a:pt x="358167" y="561339"/>
                  </a:lnTo>
                  <a:lnTo>
                    <a:pt x="375557" y="580389"/>
                  </a:lnTo>
                  <a:lnTo>
                    <a:pt x="345412" y="605789"/>
                  </a:lnTo>
                  <a:lnTo>
                    <a:pt x="303367" y="634999"/>
                  </a:lnTo>
                  <a:lnTo>
                    <a:pt x="257401" y="654049"/>
                  </a:lnTo>
                  <a:lnTo>
                    <a:pt x="335162" y="654049"/>
                  </a:lnTo>
                  <a:lnTo>
                    <a:pt x="367246" y="631189"/>
                  </a:lnTo>
                  <a:lnTo>
                    <a:pt x="399365" y="603249"/>
                  </a:lnTo>
                  <a:lnTo>
                    <a:pt x="449037" y="603249"/>
                  </a:lnTo>
                  <a:lnTo>
                    <a:pt x="423039" y="580389"/>
                  </a:lnTo>
                  <a:lnTo>
                    <a:pt x="439842" y="561339"/>
                  </a:lnTo>
                  <a:lnTo>
                    <a:pt x="444030" y="556259"/>
                  </a:lnTo>
                  <a:lnTo>
                    <a:pt x="399210" y="556259"/>
                  </a:lnTo>
                  <a:lnTo>
                    <a:pt x="387137" y="543559"/>
                  </a:lnTo>
                  <a:lnTo>
                    <a:pt x="363166" y="515619"/>
                  </a:lnTo>
                  <a:lnTo>
                    <a:pt x="351330" y="500379"/>
                  </a:lnTo>
                  <a:lnTo>
                    <a:pt x="487899" y="500379"/>
                  </a:lnTo>
                  <a:lnTo>
                    <a:pt x="489731" y="497839"/>
                  </a:lnTo>
                  <a:lnTo>
                    <a:pt x="518174" y="495299"/>
                  </a:lnTo>
                  <a:lnTo>
                    <a:pt x="545696" y="491489"/>
                  </a:lnTo>
                  <a:lnTo>
                    <a:pt x="584849" y="483869"/>
                  </a:lnTo>
                  <a:close/>
                </a:path>
                <a:path w="796289" h="688340">
                  <a:moveTo>
                    <a:pt x="487899" y="500379"/>
                  </a:moveTo>
                  <a:lnTo>
                    <a:pt x="445941" y="500379"/>
                  </a:lnTo>
                  <a:lnTo>
                    <a:pt x="434293" y="515619"/>
                  </a:lnTo>
                  <a:lnTo>
                    <a:pt x="410907" y="543559"/>
                  </a:lnTo>
                  <a:lnTo>
                    <a:pt x="399210" y="556259"/>
                  </a:lnTo>
                  <a:lnTo>
                    <a:pt x="444030" y="556259"/>
                  </a:lnTo>
                  <a:lnTo>
                    <a:pt x="473239" y="520699"/>
                  </a:lnTo>
                  <a:lnTo>
                    <a:pt x="487899" y="500379"/>
                  </a:lnTo>
                  <a:close/>
                </a:path>
                <a:path w="796289" h="688340">
                  <a:moveTo>
                    <a:pt x="445941" y="500379"/>
                  </a:moveTo>
                  <a:lnTo>
                    <a:pt x="351330" y="500379"/>
                  </a:lnTo>
                  <a:lnTo>
                    <a:pt x="374979" y="501649"/>
                  </a:lnTo>
                  <a:lnTo>
                    <a:pt x="422292" y="501649"/>
                  </a:lnTo>
                  <a:lnTo>
                    <a:pt x="445941" y="500379"/>
                  </a:lnTo>
                  <a:close/>
                </a:path>
                <a:path w="796289" h="688340">
                  <a:moveTo>
                    <a:pt x="644966" y="220979"/>
                  </a:moveTo>
                  <a:lnTo>
                    <a:pt x="434260" y="220979"/>
                  </a:lnTo>
                  <a:lnTo>
                    <a:pt x="470499" y="223519"/>
                  </a:lnTo>
                  <a:lnTo>
                    <a:pt x="490239" y="252729"/>
                  </a:lnTo>
                  <a:lnTo>
                    <a:pt x="508916" y="283209"/>
                  </a:lnTo>
                  <a:lnTo>
                    <a:pt x="526543" y="313689"/>
                  </a:lnTo>
                  <a:lnTo>
                    <a:pt x="543137" y="344169"/>
                  </a:lnTo>
                  <a:lnTo>
                    <a:pt x="526672" y="375919"/>
                  </a:lnTo>
                  <a:lnTo>
                    <a:pt x="509081" y="406399"/>
                  </a:lnTo>
                  <a:lnTo>
                    <a:pt x="490426" y="436879"/>
                  </a:lnTo>
                  <a:lnTo>
                    <a:pt x="470765" y="466089"/>
                  </a:lnTo>
                  <a:lnTo>
                    <a:pt x="434570" y="468629"/>
                  </a:lnTo>
                  <a:lnTo>
                    <a:pt x="646422" y="468629"/>
                  </a:lnTo>
                  <a:lnTo>
                    <a:pt x="666438" y="462279"/>
                  </a:lnTo>
                  <a:lnTo>
                    <a:pt x="513958" y="462279"/>
                  </a:lnTo>
                  <a:lnTo>
                    <a:pt x="526476" y="443229"/>
                  </a:lnTo>
                  <a:lnTo>
                    <a:pt x="538581" y="422909"/>
                  </a:lnTo>
                  <a:lnTo>
                    <a:pt x="550251" y="402589"/>
                  </a:lnTo>
                  <a:lnTo>
                    <a:pt x="561463" y="382269"/>
                  </a:lnTo>
                  <a:lnTo>
                    <a:pt x="598378" y="382269"/>
                  </a:lnTo>
                  <a:lnTo>
                    <a:pt x="592741" y="369569"/>
                  </a:lnTo>
                  <a:lnTo>
                    <a:pt x="580849" y="344169"/>
                  </a:lnTo>
                  <a:lnTo>
                    <a:pt x="592219" y="320039"/>
                  </a:lnTo>
                  <a:lnTo>
                    <a:pt x="597869" y="306069"/>
                  </a:lnTo>
                  <a:lnTo>
                    <a:pt x="561153" y="306069"/>
                  </a:lnTo>
                  <a:lnTo>
                    <a:pt x="550007" y="285749"/>
                  </a:lnTo>
                  <a:lnTo>
                    <a:pt x="538448" y="266699"/>
                  </a:lnTo>
                  <a:lnTo>
                    <a:pt x="526471" y="246379"/>
                  </a:lnTo>
                  <a:lnTo>
                    <a:pt x="514069" y="227329"/>
                  </a:lnTo>
                  <a:lnTo>
                    <a:pt x="665318" y="227329"/>
                  </a:lnTo>
                  <a:lnTo>
                    <a:pt x="644966" y="220979"/>
                  </a:lnTo>
                  <a:close/>
                </a:path>
                <a:path w="796289" h="688340">
                  <a:moveTo>
                    <a:pt x="273645" y="383539"/>
                  </a:moveTo>
                  <a:lnTo>
                    <a:pt x="234968" y="383539"/>
                  </a:lnTo>
                  <a:lnTo>
                    <a:pt x="246125" y="403859"/>
                  </a:lnTo>
                  <a:lnTo>
                    <a:pt x="257772" y="424179"/>
                  </a:lnTo>
                  <a:lnTo>
                    <a:pt x="269905" y="443229"/>
                  </a:lnTo>
                  <a:lnTo>
                    <a:pt x="282516" y="463549"/>
                  </a:lnTo>
                  <a:lnTo>
                    <a:pt x="324106" y="463549"/>
                  </a:lnTo>
                  <a:lnTo>
                    <a:pt x="305867" y="436879"/>
                  </a:lnTo>
                  <a:lnTo>
                    <a:pt x="287045" y="407669"/>
                  </a:lnTo>
                  <a:lnTo>
                    <a:pt x="273645" y="383539"/>
                  </a:lnTo>
                  <a:close/>
                </a:path>
                <a:path w="796289" h="688340">
                  <a:moveTo>
                    <a:pt x="598378" y="382269"/>
                  </a:moveTo>
                  <a:lnTo>
                    <a:pt x="561463" y="382269"/>
                  </a:lnTo>
                  <a:lnTo>
                    <a:pt x="569132" y="400049"/>
                  </a:lnTo>
                  <a:lnTo>
                    <a:pt x="576151" y="416559"/>
                  </a:lnTo>
                  <a:lnTo>
                    <a:pt x="582507" y="434339"/>
                  </a:lnTo>
                  <a:lnTo>
                    <a:pt x="588188" y="449579"/>
                  </a:lnTo>
                  <a:lnTo>
                    <a:pt x="552275" y="457199"/>
                  </a:lnTo>
                  <a:lnTo>
                    <a:pt x="513958" y="462279"/>
                  </a:lnTo>
                  <a:lnTo>
                    <a:pt x="666438" y="462279"/>
                  </a:lnTo>
                  <a:lnTo>
                    <a:pt x="670441" y="461009"/>
                  </a:lnTo>
                  <a:lnTo>
                    <a:pt x="714307" y="441959"/>
                  </a:lnTo>
                  <a:lnTo>
                    <a:pt x="621147" y="441959"/>
                  </a:lnTo>
                  <a:lnTo>
                    <a:pt x="612935" y="417829"/>
                  </a:lnTo>
                  <a:lnTo>
                    <a:pt x="603451" y="393699"/>
                  </a:lnTo>
                  <a:lnTo>
                    <a:pt x="598378" y="382269"/>
                  </a:lnTo>
                  <a:close/>
                </a:path>
                <a:path w="796289" h="688340">
                  <a:moveTo>
                    <a:pt x="212374" y="247649"/>
                  </a:moveTo>
                  <a:lnTo>
                    <a:pt x="176639" y="247649"/>
                  </a:lnTo>
                  <a:lnTo>
                    <a:pt x="184685" y="271779"/>
                  </a:lnTo>
                  <a:lnTo>
                    <a:pt x="193856" y="295909"/>
                  </a:lnTo>
                  <a:lnTo>
                    <a:pt x="204116" y="320039"/>
                  </a:lnTo>
                  <a:lnTo>
                    <a:pt x="215427" y="345439"/>
                  </a:lnTo>
                  <a:lnTo>
                    <a:pt x="203968" y="369569"/>
                  </a:lnTo>
                  <a:lnTo>
                    <a:pt x="193573" y="394969"/>
                  </a:lnTo>
                  <a:lnTo>
                    <a:pt x="184288" y="419099"/>
                  </a:lnTo>
                  <a:lnTo>
                    <a:pt x="176157" y="443229"/>
                  </a:lnTo>
                  <a:lnTo>
                    <a:pt x="211959" y="443229"/>
                  </a:lnTo>
                  <a:lnTo>
                    <a:pt x="214747" y="434339"/>
                  </a:lnTo>
                  <a:lnTo>
                    <a:pt x="220917" y="417829"/>
                  </a:lnTo>
                  <a:lnTo>
                    <a:pt x="227664" y="401319"/>
                  </a:lnTo>
                  <a:lnTo>
                    <a:pt x="234968" y="383539"/>
                  </a:lnTo>
                  <a:lnTo>
                    <a:pt x="273645" y="383539"/>
                  </a:lnTo>
                  <a:lnTo>
                    <a:pt x="269413" y="375919"/>
                  </a:lnTo>
                  <a:lnTo>
                    <a:pt x="253006" y="345439"/>
                  </a:lnTo>
                  <a:lnTo>
                    <a:pt x="269329" y="313689"/>
                  </a:lnTo>
                  <a:lnTo>
                    <a:pt x="273711" y="306069"/>
                  </a:lnTo>
                  <a:lnTo>
                    <a:pt x="234924" y="306069"/>
                  </a:lnTo>
                  <a:lnTo>
                    <a:pt x="227768" y="289559"/>
                  </a:lnTo>
                  <a:lnTo>
                    <a:pt x="221161" y="271779"/>
                  </a:lnTo>
                  <a:lnTo>
                    <a:pt x="215113" y="255269"/>
                  </a:lnTo>
                  <a:lnTo>
                    <a:pt x="212374" y="247649"/>
                  </a:lnTo>
                  <a:close/>
                </a:path>
                <a:path w="796289" h="688340">
                  <a:moveTo>
                    <a:pt x="713743" y="247649"/>
                  </a:moveTo>
                  <a:lnTo>
                    <a:pt x="619577" y="247649"/>
                  </a:lnTo>
                  <a:lnTo>
                    <a:pt x="660591" y="260349"/>
                  </a:lnTo>
                  <a:lnTo>
                    <a:pt x="707393" y="280669"/>
                  </a:lnTo>
                  <a:lnTo>
                    <a:pt x="745843" y="307339"/>
                  </a:lnTo>
                  <a:lnTo>
                    <a:pt x="761802" y="344169"/>
                  </a:lnTo>
                  <a:lnTo>
                    <a:pt x="746421" y="380999"/>
                  </a:lnTo>
                  <a:lnTo>
                    <a:pt x="709065" y="408939"/>
                  </a:lnTo>
                  <a:lnTo>
                    <a:pt x="662913" y="429259"/>
                  </a:lnTo>
                  <a:lnTo>
                    <a:pt x="621147" y="441959"/>
                  </a:lnTo>
                  <a:lnTo>
                    <a:pt x="714307" y="441959"/>
                  </a:lnTo>
                  <a:lnTo>
                    <a:pt x="754693" y="416559"/>
                  </a:lnTo>
                  <a:lnTo>
                    <a:pt x="784288" y="383539"/>
                  </a:lnTo>
                  <a:lnTo>
                    <a:pt x="795778" y="344169"/>
                  </a:lnTo>
                  <a:lnTo>
                    <a:pt x="784232" y="303529"/>
                  </a:lnTo>
                  <a:lnTo>
                    <a:pt x="754456" y="271779"/>
                  </a:lnTo>
                  <a:lnTo>
                    <a:pt x="713743" y="247649"/>
                  </a:lnTo>
                  <a:close/>
                </a:path>
                <a:path w="796289" h="688340">
                  <a:moveTo>
                    <a:pt x="322852" y="227329"/>
                  </a:moveTo>
                  <a:lnTo>
                    <a:pt x="281787" y="227329"/>
                  </a:lnTo>
                  <a:lnTo>
                    <a:pt x="269357" y="246379"/>
                  </a:lnTo>
                  <a:lnTo>
                    <a:pt x="257402" y="266699"/>
                  </a:lnTo>
                  <a:lnTo>
                    <a:pt x="245924" y="285749"/>
                  </a:lnTo>
                  <a:lnTo>
                    <a:pt x="234924" y="306069"/>
                  </a:lnTo>
                  <a:lnTo>
                    <a:pt x="273711" y="306069"/>
                  </a:lnTo>
                  <a:lnTo>
                    <a:pt x="286855" y="283209"/>
                  </a:lnTo>
                  <a:lnTo>
                    <a:pt x="305565" y="252729"/>
                  </a:lnTo>
                  <a:lnTo>
                    <a:pt x="322852" y="227329"/>
                  </a:lnTo>
                  <a:close/>
                </a:path>
                <a:path w="796289" h="688340">
                  <a:moveTo>
                    <a:pt x="665318" y="227329"/>
                  </a:moveTo>
                  <a:lnTo>
                    <a:pt x="514069" y="227329"/>
                  </a:lnTo>
                  <a:lnTo>
                    <a:pt x="551297" y="232409"/>
                  </a:lnTo>
                  <a:lnTo>
                    <a:pt x="586618" y="240029"/>
                  </a:lnTo>
                  <a:lnTo>
                    <a:pt x="581163" y="256539"/>
                  </a:lnTo>
                  <a:lnTo>
                    <a:pt x="575088" y="271779"/>
                  </a:lnTo>
                  <a:lnTo>
                    <a:pt x="568411" y="289559"/>
                  </a:lnTo>
                  <a:lnTo>
                    <a:pt x="561153" y="306069"/>
                  </a:lnTo>
                  <a:lnTo>
                    <a:pt x="597869" y="306069"/>
                  </a:lnTo>
                  <a:lnTo>
                    <a:pt x="602493" y="294639"/>
                  </a:lnTo>
                  <a:lnTo>
                    <a:pt x="611627" y="271779"/>
                  </a:lnTo>
                  <a:lnTo>
                    <a:pt x="619577" y="247649"/>
                  </a:lnTo>
                  <a:lnTo>
                    <a:pt x="713743" y="247649"/>
                  </a:lnTo>
                  <a:lnTo>
                    <a:pt x="669388" y="228599"/>
                  </a:lnTo>
                  <a:lnTo>
                    <a:pt x="665318" y="227329"/>
                  </a:lnTo>
                  <a:close/>
                </a:path>
                <a:path w="796289" h="688340">
                  <a:moveTo>
                    <a:pt x="332624" y="35559"/>
                  </a:moveTo>
                  <a:lnTo>
                    <a:pt x="256178" y="35559"/>
                  </a:lnTo>
                  <a:lnTo>
                    <a:pt x="300958" y="53339"/>
                  </a:lnTo>
                  <a:lnTo>
                    <a:pt x="342612" y="82549"/>
                  </a:lnTo>
                  <a:lnTo>
                    <a:pt x="374452" y="110489"/>
                  </a:lnTo>
                  <a:lnTo>
                    <a:pt x="357172" y="129539"/>
                  </a:lnTo>
                  <a:lnTo>
                    <a:pt x="340065" y="148589"/>
                  </a:lnTo>
                  <a:lnTo>
                    <a:pt x="323201" y="170179"/>
                  </a:lnTo>
                  <a:lnTo>
                    <a:pt x="306655" y="191769"/>
                  </a:lnTo>
                  <a:lnTo>
                    <a:pt x="278906" y="194309"/>
                  </a:lnTo>
                  <a:lnTo>
                    <a:pt x="251876" y="198119"/>
                  </a:lnTo>
                  <a:lnTo>
                    <a:pt x="200462" y="208279"/>
                  </a:lnTo>
                  <a:lnTo>
                    <a:pt x="595770" y="208279"/>
                  </a:lnTo>
                  <a:lnTo>
                    <a:pt x="544254" y="198119"/>
                  </a:lnTo>
                  <a:lnTo>
                    <a:pt x="517173" y="194309"/>
                  </a:lnTo>
                  <a:lnTo>
                    <a:pt x="489355" y="191769"/>
                  </a:lnTo>
                  <a:lnTo>
                    <a:pt x="487410" y="189229"/>
                  </a:lnTo>
                  <a:lnTo>
                    <a:pt x="351043" y="189229"/>
                  </a:lnTo>
                  <a:lnTo>
                    <a:pt x="362710" y="173989"/>
                  </a:lnTo>
                  <a:lnTo>
                    <a:pt x="374488" y="160019"/>
                  </a:lnTo>
                  <a:lnTo>
                    <a:pt x="398282" y="134619"/>
                  </a:lnTo>
                  <a:lnTo>
                    <a:pt x="443636" y="134619"/>
                  </a:lnTo>
                  <a:lnTo>
                    <a:pt x="422089" y="110489"/>
                  </a:lnTo>
                  <a:lnTo>
                    <a:pt x="448019" y="87629"/>
                  </a:lnTo>
                  <a:lnTo>
                    <a:pt x="398259" y="87629"/>
                  </a:lnTo>
                  <a:lnTo>
                    <a:pt x="366393" y="59689"/>
                  </a:lnTo>
                  <a:lnTo>
                    <a:pt x="332624" y="35559"/>
                  </a:lnTo>
                  <a:close/>
                </a:path>
                <a:path w="796289" h="688340">
                  <a:moveTo>
                    <a:pt x="620098" y="34289"/>
                  </a:moveTo>
                  <a:lnTo>
                    <a:pt x="538510" y="34289"/>
                  </a:lnTo>
                  <a:lnTo>
                    <a:pt x="579080" y="39369"/>
                  </a:lnTo>
                  <a:lnTo>
                    <a:pt x="604138" y="71119"/>
                  </a:lnTo>
                  <a:lnTo>
                    <a:pt x="610088" y="118109"/>
                  </a:lnTo>
                  <a:lnTo>
                    <a:pt x="604707" y="167639"/>
                  </a:lnTo>
                  <a:lnTo>
                    <a:pt x="595770" y="208279"/>
                  </a:lnTo>
                  <a:lnTo>
                    <a:pt x="630326" y="208279"/>
                  </a:lnTo>
                  <a:lnTo>
                    <a:pt x="637438" y="175259"/>
                  </a:lnTo>
                  <a:lnTo>
                    <a:pt x="642834" y="129539"/>
                  </a:lnTo>
                  <a:lnTo>
                    <a:pt x="640590" y="82549"/>
                  </a:lnTo>
                  <a:lnTo>
                    <a:pt x="626424" y="40639"/>
                  </a:lnTo>
                  <a:lnTo>
                    <a:pt x="620098" y="34289"/>
                  </a:lnTo>
                  <a:close/>
                </a:path>
                <a:path w="796289" h="688340">
                  <a:moveTo>
                    <a:pt x="421597" y="187959"/>
                  </a:moveTo>
                  <a:lnTo>
                    <a:pt x="374558" y="187959"/>
                  </a:lnTo>
                  <a:lnTo>
                    <a:pt x="351043" y="189229"/>
                  </a:lnTo>
                  <a:lnTo>
                    <a:pt x="445100" y="189229"/>
                  </a:lnTo>
                  <a:lnTo>
                    <a:pt x="421597" y="187959"/>
                  </a:lnTo>
                  <a:close/>
                </a:path>
                <a:path w="796289" h="688340">
                  <a:moveTo>
                    <a:pt x="443636" y="134619"/>
                  </a:moveTo>
                  <a:lnTo>
                    <a:pt x="398282" y="134619"/>
                  </a:lnTo>
                  <a:lnTo>
                    <a:pt x="421774" y="160019"/>
                  </a:lnTo>
                  <a:lnTo>
                    <a:pt x="433470" y="173989"/>
                  </a:lnTo>
                  <a:lnTo>
                    <a:pt x="445100" y="189229"/>
                  </a:lnTo>
                  <a:lnTo>
                    <a:pt x="487410" y="189229"/>
                  </a:lnTo>
                  <a:lnTo>
                    <a:pt x="472820" y="170179"/>
                  </a:lnTo>
                  <a:lnTo>
                    <a:pt x="456054" y="148589"/>
                  </a:lnTo>
                  <a:lnTo>
                    <a:pt x="443636" y="134619"/>
                  </a:lnTo>
                  <a:close/>
                </a:path>
                <a:path w="796289" h="688340">
                  <a:moveTo>
                    <a:pt x="554439" y="0"/>
                  </a:moveTo>
                  <a:lnTo>
                    <a:pt x="510943" y="8889"/>
                  </a:lnTo>
                  <a:lnTo>
                    <a:pt x="468476" y="31749"/>
                  </a:lnTo>
                  <a:lnTo>
                    <a:pt x="429946" y="59689"/>
                  </a:lnTo>
                  <a:lnTo>
                    <a:pt x="398259" y="87629"/>
                  </a:lnTo>
                  <a:lnTo>
                    <a:pt x="448019" y="87629"/>
                  </a:lnTo>
                  <a:lnTo>
                    <a:pt x="453781" y="82549"/>
                  </a:lnTo>
                  <a:lnTo>
                    <a:pt x="494666" y="53339"/>
                  </a:lnTo>
                  <a:lnTo>
                    <a:pt x="538510" y="34289"/>
                  </a:lnTo>
                  <a:lnTo>
                    <a:pt x="620098" y="34289"/>
                  </a:lnTo>
                  <a:lnTo>
                    <a:pt x="596057" y="10159"/>
                  </a:lnTo>
                  <a:lnTo>
                    <a:pt x="554439" y="0"/>
                  </a:lnTo>
                  <a:close/>
                </a:path>
              </a:pathLst>
            </a:custGeom>
            <a:solidFill>
              <a:srgbClr val="52C1DE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8" name="object 18">
              <a:extLst>
                <a:ext uri="{FF2B5EF4-FFF2-40B4-BE49-F238E27FC236}">
                  <a16:creationId xmlns:a16="http://schemas.microsoft.com/office/drawing/2014/main" id="{75F366D4-6A3C-1F3A-BE5B-A267DC3DCFF8}"/>
                </a:ext>
              </a:extLst>
            </p:cNvPr>
            <p:cNvSpPr/>
            <p:nvPr/>
          </p:nvSpPr>
          <p:spPr>
            <a:xfrm>
              <a:off x="1379219" y="3505926"/>
              <a:ext cx="847483" cy="526573"/>
            </a:xfrm>
            <a:custGeom>
              <a:avLst/>
              <a:gdLst/>
              <a:ahLst/>
              <a:cxnLst/>
              <a:rect l="l" t="t" r="r" b="b"/>
              <a:pathLst>
                <a:path w="1214754" h="826134">
                  <a:moveTo>
                    <a:pt x="43534" y="244610"/>
                  </a:moveTo>
                  <a:lnTo>
                    <a:pt x="21955" y="244610"/>
                  </a:lnTo>
                  <a:lnTo>
                    <a:pt x="238645" y="601117"/>
                  </a:lnTo>
                  <a:lnTo>
                    <a:pt x="388235" y="826033"/>
                  </a:lnTo>
                  <a:lnTo>
                    <a:pt x="43534" y="244610"/>
                  </a:lnTo>
                  <a:close/>
                </a:path>
                <a:path w="1214754" h="826134">
                  <a:moveTo>
                    <a:pt x="26239" y="215437"/>
                  </a:moveTo>
                  <a:lnTo>
                    <a:pt x="0" y="215437"/>
                  </a:lnTo>
                  <a:lnTo>
                    <a:pt x="0" y="601117"/>
                  </a:lnTo>
                  <a:lnTo>
                    <a:pt x="21002" y="601117"/>
                  </a:lnTo>
                  <a:lnTo>
                    <a:pt x="21955" y="244610"/>
                  </a:lnTo>
                  <a:lnTo>
                    <a:pt x="43534" y="244610"/>
                  </a:lnTo>
                  <a:lnTo>
                    <a:pt x="26239" y="215437"/>
                  </a:lnTo>
                  <a:close/>
                </a:path>
                <a:path w="1214754" h="826134">
                  <a:moveTo>
                    <a:pt x="515739" y="215437"/>
                  </a:moveTo>
                  <a:lnTo>
                    <a:pt x="286610" y="215437"/>
                  </a:lnTo>
                  <a:lnTo>
                    <a:pt x="286610" y="601117"/>
                  </a:lnTo>
                  <a:lnTo>
                    <a:pt x="518112" y="601117"/>
                  </a:lnTo>
                  <a:lnTo>
                    <a:pt x="518112" y="580592"/>
                  </a:lnTo>
                  <a:lnTo>
                    <a:pt x="307607" y="580592"/>
                  </a:lnTo>
                  <a:lnTo>
                    <a:pt x="307607" y="410974"/>
                  </a:lnTo>
                  <a:lnTo>
                    <a:pt x="503323" y="410974"/>
                  </a:lnTo>
                  <a:lnTo>
                    <a:pt x="503323" y="390449"/>
                  </a:lnTo>
                  <a:lnTo>
                    <a:pt x="307607" y="390449"/>
                  </a:lnTo>
                  <a:lnTo>
                    <a:pt x="307607" y="235963"/>
                  </a:lnTo>
                  <a:lnTo>
                    <a:pt x="515739" y="235963"/>
                  </a:lnTo>
                  <a:lnTo>
                    <a:pt x="515739" y="215437"/>
                  </a:lnTo>
                  <a:close/>
                </a:path>
                <a:path w="1214754" h="826134">
                  <a:moveTo>
                    <a:pt x="560600" y="215437"/>
                  </a:moveTo>
                  <a:lnTo>
                    <a:pt x="536262" y="215437"/>
                  </a:lnTo>
                  <a:lnTo>
                    <a:pt x="655561" y="402884"/>
                  </a:lnTo>
                  <a:lnTo>
                    <a:pt x="527661" y="601117"/>
                  </a:lnTo>
                  <a:lnTo>
                    <a:pt x="552474" y="601117"/>
                  </a:lnTo>
                  <a:lnTo>
                    <a:pt x="668472" y="420691"/>
                  </a:lnTo>
                  <a:lnTo>
                    <a:pt x="693717" y="420691"/>
                  </a:lnTo>
                  <a:lnTo>
                    <a:pt x="682312" y="402884"/>
                  </a:lnTo>
                  <a:lnTo>
                    <a:pt x="693229" y="385033"/>
                  </a:lnTo>
                  <a:lnTo>
                    <a:pt x="668472" y="385033"/>
                  </a:lnTo>
                  <a:lnTo>
                    <a:pt x="560600" y="215437"/>
                  </a:lnTo>
                  <a:close/>
                </a:path>
                <a:path w="1214754" h="826134">
                  <a:moveTo>
                    <a:pt x="693717" y="420691"/>
                  </a:moveTo>
                  <a:lnTo>
                    <a:pt x="668472" y="420691"/>
                  </a:lnTo>
                  <a:lnTo>
                    <a:pt x="783975" y="601117"/>
                  </a:lnTo>
                  <a:lnTo>
                    <a:pt x="809283" y="601117"/>
                  </a:lnTo>
                  <a:lnTo>
                    <a:pt x="693717" y="420691"/>
                  </a:lnTo>
                  <a:close/>
                </a:path>
                <a:path w="1214754" h="826134">
                  <a:moveTo>
                    <a:pt x="959168" y="235963"/>
                  </a:moveTo>
                  <a:lnTo>
                    <a:pt x="938171" y="235963"/>
                  </a:lnTo>
                  <a:lnTo>
                    <a:pt x="938171" y="601117"/>
                  </a:lnTo>
                  <a:lnTo>
                    <a:pt x="959168" y="601117"/>
                  </a:lnTo>
                  <a:lnTo>
                    <a:pt x="959168" y="235963"/>
                  </a:lnTo>
                  <a:close/>
                </a:path>
                <a:path w="1214754" h="826134">
                  <a:moveTo>
                    <a:pt x="1081651" y="557214"/>
                  </a:moveTo>
                  <a:lnTo>
                    <a:pt x="1073051" y="557214"/>
                  </a:lnTo>
                  <a:lnTo>
                    <a:pt x="1069808" y="560958"/>
                  </a:lnTo>
                  <a:lnTo>
                    <a:pt x="1069808" y="570630"/>
                  </a:lnTo>
                  <a:lnTo>
                    <a:pt x="1073051" y="574396"/>
                  </a:lnTo>
                  <a:lnTo>
                    <a:pt x="1081651" y="574396"/>
                  </a:lnTo>
                  <a:lnTo>
                    <a:pt x="1084834" y="570630"/>
                  </a:lnTo>
                  <a:lnTo>
                    <a:pt x="1084834" y="560958"/>
                  </a:lnTo>
                  <a:lnTo>
                    <a:pt x="1081651" y="557214"/>
                  </a:lnTo>
                  <a:close/>
                </a:path>
                <a:path w="1214754" h="826134">
                  <a:moveTo>
                    <a:pt x="928701" y="0"/>
                  </a:moveTo>
                  <a:lnTo>
                    <a:pt x="778736" y="215437"/>
                  </a:lnTo>
                  <a:lnTo>
                    <a:pt x="668472" y="385033"/>
                  </a:lnTo>
                  <a:lnTo>
                    <a:pt x="693229" y="385033"/>
                  </a:lnTo>
                  <a:lnTo>
                    <a:pt x="928701" y="0"/>
                  </a:lnTo>
                  <a:close/>
                </a:path>
                <a:path w="1214754" h="826134">
                  <a:moveTo>
                    <a:pt x="1079456" y="215437"/>
                  </a:moveTo>
                  <a:lnTo>
                    <a:pt x="818358" y="215437"/>
                  </a:lnTo>
                  <a:lnTo>
                    <a:pt x="818358" y="235963"/>
                  </a:lnTo>
                  <a:lnTo>
                    <a:pt x="1079456" y="235963"/>
                  </a:lnTo>
                  <a:lnTo>
                    <a:pt x="1079456" y="215437"/>
                  </a:lnTo>
                  <a:close/>
                </a:path>
                <a:path w="1214754" h="826134">
                  <a:moveTo>
                    <a:pt x="1109192" y="551776"/>
                  </a:moveTo>
                  <a:lnTo>
                    <a:pt x="1097962" y="551776"/>
                  </a:lnTo>
                  <a:lnTo>
                    <a:pt x="1099601" y="561507"/>
                  </a:lnTo>
                  <a:lnTo>
                    <a:pt x="1104205" y="568964"/>
                  </a:lnTo>
                  <a:lnTo>
                    <a:pt x="1111308" y="573739"/>
                  </a:lnTo>
                  <a:lnTo>
                    <a:pt x="1120442" y="575422"/>
                  </a:lnTo>
                  <a:lnTo>
                    <a:pt x="1129542" y="573739"/>
                  </a:lnTo>
                  <a:lnTo>
                    <a:pt x="1129874" y="573739"/>
                  </a:lnTo>
                  <a:lnTo>
                    <a:pt x="1137154" y="568518"/>
                  </a:lnTo>
                  <a:lnTo>
                    <a:pt x="1140020" y="563253"/>
                  </a:lnTo>
                  <a:lnTo>
                    <a:pt x="1113799" y="563253"/>
                  </a:lnTo>
                  <a:lnTo>
                    <a:pt x="1109351" y="558663"/>
                  </a:lnTo>
                  <a:lnTo>
                    <a:pt x="1109192" y="551776"/>
                  </a:lnTo>
                  <a:close/>
                </a:path>
                <a:path w="1214754" h="826134">
                  <a:moveTo>
                    <a:pt x="1143219" y="490223"/>
                  </a:moveTo>
                  <a:lnTo>
                    <a:pt x="1131771" y="490223"/>
                  </a:lnTo>
                  <a:lnTo>
                    <a:pt x="1131771" y="558306"/>
                  </a:lnTo>
                  <a:lnTo>
                    <a:pt x="1127639" y="563253"/>
                  </a:lnTo>
                  <a:lnTo>
                    <a:pt x="1140020" y="563253"/>
                  </a:lnTo>
                  <a:lnTo>
                    <a:pt x="1141656" y="560247"/>
                  </a:lnTo>
                  <a:lnTo>
                    <a:pt x="1143219" y="549080"/>
                  </a:lnTo>
                  <a:lnTo>
                    <a:pt x="1143219" y="490223"/>
                  </a:lnTo>
                  <a:close/>
                </a:path>
                <a:path w="1214754" h="826134">
                  <a:moveTo>
                    <a:pt x="1169534" y="551041"/>
                  </a:moveTo>
                  <a:lnTo>
                    <a:pt x="1158186" y="551041"/>
                  </a:lnTo>
                  <a:lnTo>
                    <a:pt x="1160627" y="561131"/>
                  </a:lnTo>
                  <a:lnTo>
                    <a:pt x="1166435" y="568814"/>
                  </a:lnTo>
                  <a:lnTo>
                    <a:pt x="1175157" y="573706"/>
                  </a:lnTo>
                  <a:lnTo>
                    <a:pt x="1186340" y="575422"/>
                  </a:lnTo>
                  <a:lnTo>
                    <a:pt x="1197537" y="573706"/>
                  </a:lnTo>
                  <a:lnTo>
                    <a:pt x="1197981" y="573706"/>
                  </a:lnTo>
                  <a:lnTo>
                    <a:pt x="1207082" y="568440"/>
                  </a:lnTo>
                  <a:lnTo>
                    <a:pt x="1210207" y="563944"/>
                  </a:lnTo>
                  <a:lnTo>
                    <a:pt x="1177344" y="563944"/>
                  </a:lnTo>
                  <a:lnTo>
                    <a:pt x="1170483" y="558952"/>
                  </a:lnTo>
                  <a:lnTo>
                    <a:pt x="1169534" y="551041"/>
                  </a:lnTo>
                  <a:close/>
                </a:path>
                <a:path w="1214754" h="826134">
                  <a:moveTo>
                    <a:pt x="1186992" y="488217"/>
                  </a:moveTo>
                  <a:lnTo>
                    <a:pt x="1176022" y="489984"/>
                  </a:lnTo>
                  <a:lnTo>
                    <a:pt x="1167560" y="494983"/>
                  </a:lnTo>
                  <a:lnTo>
                    <a:pt x="1162111" y="502761"/>
                  </a:lnTo>
                  <a:lnTo>
                    <a:pt x="1160182" y="512865"/>
                  </a:lnTo>
                  <a:lnTo>
                    <a:pt x="1161339" y="521128"/>
                  </a:lnTo>
                  <a:lnTo>
                    <a:pt x="1164886" y="527641"/>
                  </a:lnTo>
                  <a:lnTo>
                    <a:pt x="1170934" y="532515"/>
                  </a:lnTo>
                  <a:lnTo>
                    <a:pt x="1179598" y="535864"/>
                  </a:lnTo>
                  <a:lnTo>
                    <a:pt x="1199244" y="541165"/>
                  </a:lnTo>
                  <a:lnTo>
                    <a:pt x="1198956" y="541165"/>
                  </a:lnTo>
                  <a:lnTo>
                    <a:pt x="1203126" y="544890"/>
                  </a:lnTo>
                  <a:lnTo>
                    <a:pt x="1203126" y="558596"/>
                  </a:lnTo>
                  <a:lnTo>
                    <a:pt x="1196384" y="563944"/>
                  </a:lnTo>
                  <a:lnTo>
                    <a:pt x="1210207" y="563944"/>
                  </a:lnTo>
                  <a:lnTo>
                    <a:pt x="1212750" y="560285"/>
                  </a:lnTo>
                  <a:lnTo>
                    <a:pt x="1214731" y="549525"/>
                  </a:lnTo>
                  <a:lnTo>
                    <a:pt x="1213519" y="541165"/>
                  </a:lnTo>
                  <a:lnTo>
                    <a:pt x="1175663" y="521356"/>
                  </a:lnTo>
                  <a:lnTo>
                    <a:pt x="1171768" y="517946"/>
                  </a:lnTo>
                  <a:lnTo>
                    <a:pt x="1171768" y="504530"/>
                  </a:lnTo>
                  <a:lnTo>
                    <a:pt x="1177799" y="499605"/>
                  </a:lnTo>
                  <a:lnTo>
                    <a:pt x="1209129" y="499605"/>
                  </a:lnTo>
                  <a:lnTo>
                    <a:pt x="1205703" y="494983"/>
                  </a:lnTo>
                  <a:lnTo>
                    <a:pt x="1197382" y="489984"/>
                  </a:lnTo>
                  <a:lnTo>
                    <a:pt x="1186992" y="488217"/>
                  </a:lnTo>
                  <a:close/>
                </a:path>
                <a:path w="1214754" h="826134">
                  <a:moveTo>
                    <a:pt x="1209129" y="499605"/>
                  </a:moveTo>
                  <a:lnTo>
                    <a:pt x="1195415" y="499605"/>
                  </a:lnTo>
                  <a:lnTo>
                    <a:pt x="1201346" y="504396"/>
                  </a:lnTo>
                  <a:lnTo>
                    <a:pt x="1202414" y="512063"/>
                  </a:lnTo>
                  <a:lnTo>
                    <a:pt x="1213545" y="512063"/>
                  </a:lnTo>
                  <a:lnTo>
                    <a:pt x="1211299" y="502761"/>
                  </a:lnTo>
                  <a:lnTo>
                    <a:pt x="1211217" y="502423"/>
                  </a:lnTo>
                  <a:lnTo>
                    <a:pt x="1209129" y="4996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19">
              <a:extLst>
                <a:ext uri="{FF2B5EF4-FFF2-40B4-BE49-F238E27FC236}">
                  <a16:creationId xmlns:a16="http://schemas.microsoft.com/office/drawing/2014/main" id="{83BC97F1-3AE8-13B2-4B9E-4B92F877D465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32891" y="3549968"/>
              <a:ext cx="523769" cy="551820"/>
            </a:xfrm>
            <a:prstGeom prst="rect">
              <a:avLst/>
            </a:prstGeom>
          </p:spPr>
        </p:pic>
        <p:pic>
          <p:nvPicPr>
            <p:cNvPr id="30" name="object 20">
              <a:extLst>
                <a:ext uri="{FF2B5EF4-FFF2-40B4-BE49-F238E27FC236}">
                  <a16:creationId xmlns:a16="http://schemas.microsoft.com/office/drawing/2014/main" id="{959028B6-90D3-CD85-5870-43150642A5BC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17360" y="3983224"/>
              <a:ext cx="592836" cy="589699"/>
            </a:xfrm>
            <a:prstGeom prst="rect">
              <a:avLst/>
            </a:prstGeom>
          </p:spPr>
        </p:pic>
        <p:sp>
          <p:nvSpPr>
            <p:cNvPr id="31" name="object 61">
              <a:extLst>
                <a:ext uri="{FF2B5EF4-FFF2-40B4-BE49-F238E27FC236}">
                  <a16:creationId xmlns:a16="http://schemas.microsoft.com/office/drawing/2014/main" id="{BEB72B91-4B45-E46D-10A1-916AD36E4BAF}"/>
                </a:ext>
              </a:extLst>
            </p:cNvPr>
            <p:cNvSpPr/>
            <p:nvPr/>
          </p:nvSpPr>
          <p:spPr>
            <a:xfrm>
              <a:off x="7642158" y="4101788"/>
              <a:ext cx="469108" cy="531035"/>
            </a:xfrm>
            <a:custGeom>
              <a:avLst/>
              <a:gdLst/>
              <a:ahLst/>
              <a:cxnLst/>
              <a:rect l="l" t="t" r="r" b="b"/>
              <a:pathLst>
                <a:path w="666750" h="666115">
                  <a:moveTo>
                    <a:pt x="212060" y="102654"/>
                  </a:moveTo>
                  <a:lnTo>
                    <a:pt x="12582" y="301937"/>
                  </a:lnTo>
                  <a:lnTo>
                    <a:pt x="3150" y="316124"/>
                  </a:lnTo>
                  <a:lnTo>
                    <a:pt x="0" y="332264"/>
                  </a:lnTo>
                  <a:lnTo>
                    <a:pt x="3131" y="348408"/>
                  </a:lnTo>
                  <a:lnTo>
                    <a:pt x="12545" y="362604"/>
                  </a:lnTo>
                  <a:lnTo>
                    <a:pt x="303527" y="653558"/>
                  </a:lnTo>
                  <a:lnTo>
                    <a:pt x="317740" y="662978"/>
                  </a:lnTo>
                  <a:lnTo>
                    <a:pt x="333844" y="666116"/>
                  </a:lnTo>
                  <a:lnTo>
                    <a:pt x="349984" y="662978"/>
                  </a:lnTo>
                  <a:lnTo>
                    <a:pt x="364169" y="653558"/>
                  </a:lnTo>
                  <a:lnTo>
                    <a:pt x="491487" y="526442"/>
                  </a:lnTo>
                  <a:lnTo>
                    <a:pt x="334749" y="526442"/>
                  </a:lnTo>
                  <a:lnTo>
                    <a:pt x="315537" y="522702"/>
                  </a:lnTo>
                  <a:lnTo>
                    <a:pt x="298648" y="511485"/>
                  </a:lnTo>
                  <a:lnTo>
                    <a:pt x="287419" y="494615"/>
                  </a:lnTo>
                  <a:lnTo>
                    <a:pt x="283666" y="475422"/>
                  </a:lnTo>
                  <a:lnTo>
                    <a:pt x="287386" y="456223"/>
                  </a:lnTo>
                  <a:lnTo>
                    <a:pt x="298578" y="439339"/>
                  </a:lnTo>
                  <a:lnTo>
                    <a:pt x="303576" y="434359"/>
                  </a:lnTo>
                  <a:lnTo>
                    <a:pt x="309059" y="430628"/>
                  </a:lnTo>
                  <a:lnTo>
                    <a:pt x="315358" y="428129"/>
                  </a:lnTo>
                  <a:lnTo>
                    <a:pt x="315358" y="245175"/>
                  </a:lnTo>
                  <a:lnTo>
                    <a:pt x="284642" y="207792"/>
                  </a:lnTo>
                  <a:lnTo>
                    <a:pt x="283921" y="192926"/>
                  </a:lnTo>
                  <a:lnTo>
                    <a:pt x="287646" y="178192"/>
                  </a:lnTo>
                  <a:lnTo>
                    <a:pt x="212060" y="102654"/>
                  </a:lnTo>
                  <a:close/>
                </a:path>
                <a:path w="666750" h="666115">
                  <a:moveTo>
                    <a:pt x="357315" y="248333"/>
                  </a:moveTo>
                  <a:lnTo>
                    <a:pt x="357315" y="429604"/>
                  </a:lnTo>
                  <a:lnTo>
                    <a:pt x="362313" y="432086"/>
                  </a:lnTo>
                  <a:lnTo>
                    <a:pt x="366894" y="435348"/>
                  </a:lnTo>
                  <a:lnTo>
                    <a:pt x="370896" y="439339"/>
                  </a:lnTo>
                  <a:lnTo>
                    <a:pt x="382077" y="456223"/>
                  </a:lnTo>
                  <a:lnTo>
                    <a:pt x="385794" y="475422"/>
                  </a:lnTo>
                  <a:lnTo>
                    <a:pt x="382048" y="494615"/>
                  </a:lnTo>
                  <a:lnTo>
                    <a:pt x="370850" y="511485"/>
                  </a:lnTo>
                  <a:lnTo>
                    <a:pt x="353961" y="522702"/>
                  </a:lnTo>
                  <a:lnTo>
                    <a:pt x="334749" y="526442"/>
                  </a:lnTo>
                  <a:lnTo>
                    <a:pt x="491487" y="526442"/>
                  </a:lnTo>
                  <a:lnTo>
                    <a:pt x="630424" y="387725"/>
                  </a:lnTo>
                  <a:lnTo>
                    <a:pt x="473429" y="387725"/>
                  </a:lnTo>
                  <a:lnTo>
                    <a:pt x="454252" y="383988"/>
                  </a:lnTo>
                  <a:lnTo>
                    <a:pt x="437352" y="372773"/>
                  </a:lnTo>
                  <a:lnTo>
                    <a:pt x="428197" y="360350"/>
                  </a:lnTo>
                  <a:lnTo>
                    <a:pt x="423299" y="346292"/>
                  </a:lnTo>
                  <a:lnTo>
                    <a:pt x="422863" y="336652"/>
                  </a:lnTo>
                  <a:lnTo>
                    <a:pt x="422747" y="334082"/>
                  </a:lnTo>
                  <a:lnTo>
                    <a:pt x="422634" y="331583"/>
                  </a:lnTo>
                  <a:lnTo>
                    <a:pt x="426026" y="317938"/>
                  </a:lnTo>
                  <a:lnTo>
                    <a:pt x="426152" y="317432"/>
                  </a:lnTo>
                  <a:lnTo>
                    <a:pt x="426203" y="317225"/>
                  </a:lnTo>
                  <a:lnTo>
                    <a:pt x="357315" y="248333"/>
                  </a:lnTo>
                  <a:close/>
                </a:path>
                <a:path w="666750" h="666115">
                  <a:moveTo>
                    <a:pt x="635980" y="285702"/>
                  </a:moveTo>
                  <a:lnTo>
                    <a:pt x="470579" y="285702"/>
                  </a:lnTo>
                  <a:lnTo>
                    <a:pt x="484526" y="286803"/>
                  </a:lnTo>
                  <a:lnTo>
                    <a:pt x="497800" y="291740"/>
                  </a:lnTo>
                  <a:lnTo>
                    <a:pt x="509546" y="300532"/>
                  </a:lnTo>
                  <a:lnTo>
                    <a:pt x="520768" y="317432"/>
                  </a:lnTo>
                  <a:lnTo>
                    <a:pt x="524505" y="336652"/>
                  </a:lnTo>
                  <a:lnTo>
                    <a:pt x="520763" y="355872"/>
                  </a:lnTo>
                  <a:lnTo>
                    <a:pt x="509546" y="372773"/>
                  </a:lnTo>
                  <a:lnTo>
                    <a:pt x="492647" y="383988"/>
                  </a:lnTo>
                  <a:lnTo>
                    <a:pt x="473429" y="387725"/>
                  </a:lnTo>
                  <a:lnTo>
                    <a:pt x="630424" y="387725"/>
                  </a:lnTo>
                  <a:lnTo>
                    <a:pt x="653777" y="364409"/>
                  </a:lnTo>
                  <a:lnTo>
                    <a:pt x="663209" y="350222"/>
                  </a:lnTo>
                  <a:lnTo>
                    <a:pt x="666359" y="334082"/>
                  </a:lnTo>
                  <a:lnTo>
                    <a:pt x="663228" y="317938"/>
                  </a:lnTo>
                  <a:lnTo>
                    <a:pt x="653812" y="303742"/>
                  </a:lnTo>
                  <a:lnTo>
                    <a:pt x="653777" y="303499"/>
                  </a:lnTo>
                  <a:lnTo>
                    <a:pt x="635980" y="285702"/>
                  </a:lnTo>
                  <a:close/>
                </a:path>
                <a:path w="666750" h="666115">
                  <a:moveTo>
                    <a:pt x="497148" y="146871"/>
                  </a:moveTo>
                  <a:lnTo>
                    <a:pt x="332142" y="146871"/>
                  </a:lnTo>
                  <a:lnTo>
                    <a:pt x="345999" y="148037"/>
                  </a:lnTo>
                  <a:lnTo>
                    <a:pt x="359177" y="153035"/>
                  </a:lnTo>
                  <a:lnTo>
                    <a:pt x="370850" y="161811"/>
                  </a:lnTo>
                  <a:lnTo>
                    <a:pt x="379460" y="173287"/>
                  </a:lnTo>
                  <a:lnTo>
                    <a:pt x="384471" y="186450"/>
                  </a:lnTo>
                  <a:lnTo>
                    <a:pt x="385696" y="200482"/>
                  </a:lnTo>
                  <a:lnTo>
                    <a:pt x="382944" y="214564"/>
                  </a:lnTo>
                  <a:lnTo>
                    <a:pt x="456812" y="288419"/>
                  </a:lnTo>
                  <a:lnTo>
                    <a:pt x="470579" y="285702"/>
                  </a:lnTo>
                  <a:lnTo>
                    <a:pt x="635980" y="285702"/>
                  </a:lnTo>
                  <a:lnTo>
                    <a:pt x="497148" y="146871"/>
                  </a:lnTo>
                  <a:close/>
                </a:path>
                <a:path w="666750" h="666115">
                  <a:moveTo>
                    <a:pt x="332527" y="0"/>
                  </a:moveTo>
                  <a:lnTo>
                    <a:pt x="316379" y="3144"/>
                  </a:lnTo>
                  <a:lnTo>
                    <a:pt x="302187" y="12574"/>
                  </a:lnTo>
                  <a:lnTo>
                    <a:pt x="241802" y="72963"/>
                  </a:lnTo>
                  <a:lnTo>
                    <a:pt x="318429" y="149594"/>
                  </a:lnTo>
                  <a:lnTo>
                    <a:pt x="332142" y="146871"/>
                  </a:lnTo>
                  <a:lnTo>
                    <a:pt x="497148" y="146871"/>
                  </a:lnTo>
                  <a:lnTo>
                    <a:pt x="362850" y="12574"/>
                  </a:lnTo>
                  <a:lnTo>
                    <a:pt x="348665" y="3144"/>
                  </a:lnTo>
                  <a:lnTo>
                    <a:pt x="332527" y="0"/>
                  </a:lnTo>
                  <a:close/>
                </a:path>
              </a:pathLst>
            </a:custGeom>
            <a:solidFill>
              <a:srgbClr val="EF3B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60">
              <a:extLst>
                <a:ext uri="{FF2B5EF4-FFF2-40B4-BE49-F238E27FC236}">
                  <a16:creationId xmlns:a16="http://schemas.microsoft.com/office/drawing/2014/main" id="{63434D45-18F9-BB29-FD3E-FA56A839FDE1}"/>
                </a:ext>
              </a:extLst>
            </p:cNvPr>
            <p:cNvSpPr/>
            <p:nvPr/>
          </p:nvSpPr>
          <p:spPr>
            <a:xfrm>
              <a:off x="5095049" y="4062370"/>
              <a:ext cx="542412" cy="502104"/>
            </a:xfrm>
            <a:custGeom>
              <a:avLst/>
              <a:gdLst/>
              <a:ahLst/>
              <a:cxnLst/>
              <a:rect l="l" t="t" r="r" b="b"/>
              <a:pathLst>
                <a:path w="824865" h="824865">
                  <a:moveTo>
                    <a:pt x="637006" y="356476"/>
                  </a:moveTo>
                  <a:lnTo>
                    <a:pt x="634161" y="300558"/>
                  </a:lnTo>
                  <a:lnTo>
                    <a:pt x="617258" y="247408"/>
                  </a:lnTo>
                  <a:lnTo>
                    <a:pt x="602907" y="230085"/>
                  </a:lnTo>
                  <a:lnTo>
                    <a:pt x="602830" y="223875"/>
                  </a:lnTo>
                  <a:lnTo>
                    <a:pt x="604075" y="220332"/>
                  </a:lnTo>
                  <a:lnTo>
                    <a:pt x="608850" y="201434"/>
                  </a:lnTo>
                  <a:lnTo>
                    <a:pt x="610095" y="182626"/>
                  </a:lnTo>
                  <a:lnTo>
                    <a:pt x="608152" y="163842"/>
                  </a:lnTo>
                  <a:lnTo>
                    <a:pt x="603351" y="145046"/>
                  </a:lnTo>
                  <a:lnTo>
                    <a:pt x="601154" y="138239"/>
                  </a:lnTo>
                  <a:lnTo>
                    <a:pt x="598157" y="136525"/>
                  </a:lnTo>
                  <a:lnTo>
                    <a:pt x="591121" y="138760"/>
                  </a:lnTo>
                  <a:lnTo>
                    <a:pt x="576364" y="144945"/>
                  </a:lnTo>
                  <a:lnTo>
                    <a:pt x="563257" y="153339"/>
                  </a:lnTo>
                  <a:lnTo>
                    <a:pt x="551484" y="163550"/>
                  </a:lnTo>
                  <a:lnTo>
                    <a:pt x="540626" y="175374"/>
                  </a:lnTo>
                  <a:lnTo>
                    <a:pt x="534517" y="180771"/>
                  </a:lnTo>
                  <a:lnTo>
                    <a:pt x="527240" y="184035"/>
                  </a:lnTo>
                  <a:lnTo>
                    <a:pt x="519328" y="185039"/>
                  </a:lnTo>
                  <a:lnTo>
                    <a:pt x="511302" y="183616"/>
                  </a:lnTo>
                  <a:lnTo>
                    <a:pt x="476631" y="175704"/>
                  </a:lnTo>
                  <a:lnTo>
                    <a:pt x="437045" y="173151"/>
                  </a:lnTo>
                  <a:lnTo>
                    <a:pt x="397002" y="175907"/>
                  </a:lnTo>
                  <a:lnTo>
                    <a:pt x="360921" y="183959"/>
                  </a:lnTo>
                  <a:lnTo>
                    <a:pt x="352958" y="185267"/>
                  </a:lnTo>
                  <a:lnTo>
                    <a:pt x="345109" y="184213"/>
                  </a:lnTo>
                  <a:lnTo>
                    <a:pt x="337921" y="180911"/>
                  </a:lnTo>
                  <a:lnTo>
                    <a:pt x="331876" y="175539"/>
                  </a:lnTo>
                  <a:lnTo>
                    <a:pt x="321030" y="163703"/>
                  </a:lnTo>
                  <a:lnTo>
                    <a:pt x="309295" y="153466"/>
                  </a:lnTo>
                  <a:lnTo>
                    <a:pt x="296202" y="145046"/>
                  </a:lnTo>
                  <a:lnTo>
                    <a:pt x="281444" y="138861"/>
                  </a:lnTo>
                  <a:lnTo>
                    <a:pt x="274675" y="136728"/>
                  </a:lnTo>
                  <a:lnTo>
                    <a:pt x="271360" y="137731"/>
                  </a:lnTo>
                  <a:lnTo>
                    <a:pt x="269036" y="144805"/>
                  </a:lnTo>
                  <a:lnTo>
                    <a:pt x="264134" y="163614"/>
                  </a:lnTo>
                  <a:lnTo>
                    <a:pt x="262153" y="182410"/>
                  </a:lnTo>
                  <a:lnTo>
                    <a:pt x="263448" y="201193"/>
                  </a:lnTo>
                  <a:lnTo>
                    <a:pt x="268452" y="219951"/>
                  </a:lnTo>
                  <a:lnTo>
                    <a:pt x="270738" y="226072"/>
                  </a:lnTo>
                  <a:lnTo>
                    <a:pt x="270332" y="230022"/>
                  </a:lnTo>
                  <a:lnTo>
                    <a:pt x="244017" y="270065"/>
                  </a:lnTo>
                  <a:lnTo>
                    <a:pt x="237248" y="323989"/>
                  </a:lnTo>
                  <a:lnTo>
                    <a:pt x="235356" y="364312"/>
                  </a:lnTo>
                  <a:lnTo>
                    <a:pt x="236347" y="381889"/>
                  </a:lnTo>
                  <a:lnTo>
                    <a:pt x="253834" y="431419"/>
                  </a:lnTo>
                  <a:lnTo>
                    <a:pt x="297954" y="475881"/>
                  </a:lnTo>
                  <a:lnTo>
                    <a:pt x="356108" y="498970"/>
                  </a:lnTo>
                  <a:lnTo>
                    <a:pt x="357314" y="499275"/>
                  </a:lnTo>
                  <a:lnTo>
                    <a:pt x="364350" y="502958"/>
                  </a:lnTo>
                  <a:lnTo>
                    <a:pt x="369265" y="508838"/>
                  </a:lnTo>
                  <a:lnTo>
                    <a:pt x="371614" y="516140"/>
                  </a:lnTo>
                  <a:lnTo>
                    <a:pt x="370954" y="524052"/>
                  </a:lnTo>
                  <a:lnTo>
                    <a:pt x="369074" y="530644"/>
                  </a:lnTo>
                  <a:lnTo>
                    <a:pt x="367309" y="537210"/>
                  </a:lnTo>
                  <a:lnTo>
                    <a:pt x="365683" y="543775"/>
                  </a:lnTo>
                  <a:lnTo>
                    <a:pt x="364248" y="550354"/>
                  </a:lnTo>
                  <a:lnTo>
                    <a:pt x="362737" y="557885"/>
                  </a:lnTo>
                  <a:lnTo>
                    <a:pt x="359714" y="560870"/>
                  </a:lnTo>
                  <a:lnTo>
                    <a:pt x="352780" y="562698"/>
                  </a:lnTo>
                  <a:lnTo>
                    <a:pt x="323011" y="566013"/>
                  </a:lnTo>
                  <a:lnTo>
                    <a:pt x="295579" y="560057"/>
                  </a:lnTo>
                  <a:lnTo>
                    <a:pt x="271691" y="545274"/>
                  </a:lnTo>
                  <a:lnTo>
                    <a:pt x="252526" y="522122"/>
                  </a:lnTo>
                  <a:lnTo>
                    <a:pt x="244741" y="510679"/>
                  </a:lnTo>
                  <a:lnTo>
                    <a:pt x="235635" y="500786"/>
                  </a:lnTo>
                  <a:lnTo>
                    <a:pt x="224790" y="493001"/>
                  </a:lnTo>
                  <a:lnTo>
                    <a:pt x="211810" y="487870"/>
                  </a:lnTo>
                  <a:lnTo>
                    <a:pt x="205765" y="486333"/>
                  </a:lnTo>
                  <a:lnTo>
                    <a:pt x="199580" y="485127"/>
                  </a:lnTo>
                  <a:lnTo>
                    <a:pt x="187274" y="487197"/>
                  </a:lnTo>
                  <a:lnTo>
                    <a:pt x="185369" y="494284"/>
                  </a:lnTo>
                  <a:lnTo>
                    <a:pt x="195059" y="502818"/>
                  </a:lnTo>
                  <a:lnTo>
                    <a:pt x="200304" y="507568"/>
                  </a:lnTo>
                  <a:lnTo>
                    <a:pt x="228587" y="546950"/>
                  </a:lnTo>
                  <a:lnTo>
                    <a:pt x="233959" y="557136"/>
                  </a:lnTo>
                  <a:lnTo>
                    <a:pt x="252336" y="585000"/>
                  </a:lnTo>
                  <a:lnTo>
                    <a:pt x="275717" y="603961"/>
                  </a:lnTo>
                  <a:lnTo>
                    <a:pt x="303961" y="614400"/>
                  </a:lnTo>
                  <a:lnTo>
                    <a:pt x="336918" y="616686"/>
                  </a:lnTo>
                  <a:lnTo>
                    <a:pt x="343166" y="616267"/>
                  </a:lnTo>
                  <a:lnTo>
                    <a:pt x="349605" y="615657"/>
                  </a:lnTo>
                  <a:lnTo>
                    <a:pt x="363804" y="614172"/>
                  </a:lnTo>
                  <a:lnTo>
                    <a:pt x="363804" y="614603"/>
                  </a:lnTo>
                  <a:lnTo>
                    <a:pt x="369455" y="642556"/>
                  </a:lnTo>
                  <a:lnTo>
                    <a:pt x="384848" y="665391"/>
                  </a:lnTo>
                  <a:lnTo>
                    <a:pt x="407682" y="680796"/>
                  </a:lnTo>
                  <a:lnTo>
                    <a:pt x="435660" y="686435"/>
                  </a:lnTo>
                  <a:lnTo>
                    <a:pt x="437273" y="686435"/>
                  </a:lnTo>
                  <a:lnTo>
                    <a:pt x="488010" y="665454"/>
                  </a:lnTo>
                  <a:lnTo>
                    <a:pt x="509104" y="614756"/>
                  </a:lnTo>
                  <a:lnTo>
                    <a:pt x="509308" y="579132"/>
                  </a:lnTo>
                  <a:lnTo>
                    <a:pt x="508889" y="560679"/>
                  </a:lnTo>
                  <a:lnTo>
                    <a:pt x="506920" y="542493"/>
                  </a:lnTo>
                  <a:lnTo>
                    <a:pt x="502475" y="524738"/>
                  </a:lnTo>
                  <a:lnTo>
                    <a:pt x="502056" y="523443"/>
                  </a:lnTo>
                  <a:lnTo>
                    <a:pt x="501916" y="522770"/>
                  </a:lnTo>
                  <a:lnTo>
                    <a:pt x="522008" y="497459"/>
                  </a:lnTo>
                  <a:lnTo>
                    <a:pt x="527164" y="496138"/>
                  </a:lnTo>
                  <a:lnTo>
                    <a:pt x="572503" y="477062"/>
                  </a:lnTo>
                  <a:lnTo>
                    <a:pt x="604037" y="451802"/>
                  </a:lnTo>
                  <a:lnTo>
                    <a:pt x="625602" y="418020"/>
                  </a:lnTo>
                  <a:lnTo>
                    <a:pt x="636054" y="374992"/>
                  </a:lnTo>
                  <a:lnTo>
                    <a:pt x="637006" y="356476"/>
                  </a:lnTo>
                  <a:close/>
                </a:path>
                <a:path w="824865" h="824865">
                  <a:moveTo>
                    <a:pt x="824382" y="412153"/>
                  </a:moveTo>
                  <a:lnTo>
                    <a:pt x="821626" y="364363"/>
                  </a:lnTo>
                  <a:lnTo>
                    <a:pt x="821613" y="364083"/>
                  </a:lnTo>
                  <a:lnTo>
                    <a:pt x="813612" y="318350"/>
                  </a:lnTo>
                  <a:lnTo>
                    <a:pt x="813498" y="317639"/>
                  </a:lnTo>
                  <a:lnTo>
                    <a:pt x="800354" y="273138"/>
                  </a:lnTo>
                  <a:lnTo>
                    <a:pt x="793153" y="256120"/>
                  </a:lnTo>
                  <a:lnTo>
                    <a:pt x="793153" y="412153"/>
                  </a:lnTo>
                  <a:lnTo>
                    <a:pt x="790194" y="459930"/>
                  </a:lnTo>
                  <a:lnTo>
                    <a:pt x="781519" y="505942"/>
                  </a:lnTo>
                  <a:lnTo>
                    <a:pt x="767511" y="549833"/>
                  </a:lnTo>
                  <a:lnTo>
                    <a:pt x="748525" y="591223"/>
                  </a:lnTo>
                  <a:lnTo>
                    <a:pt x="724903" y="629780"/>
                  </a:lnTo>
                  <a:lnTo>
                    <a:pt x="697014" y="665137"/>
                  </a:lnTo>
                  <a:lnTo>
                    <a:pt x="665200" y="696937"/>
                  </a:lnTo>
                  <a:lnTo>
                    <a:pt x="629843" y="724827"/>
                  </a:lnTo>
                  <a:lnTo>
                    <a:pt x="591286" y="748449"/>
                  </a:lnTo>
                  <a:lnTo>
                    <a:pt x="549884" y="767435"/>
                  </a:lnTo>
                  <a:lnTo>
                    <a:pt x="505993" y="781443"/>
                  </a:lnTo>
                  <a:lnTo>
                    <a:pt x="459981" y="790105"/>
                  </a:lnTo>
                  <a:lnTo>
                    <a:pt x="412203" y="793076"/>
                  </a:lnTo>
                  <a:lnTo>
                    <a:pt x="364413" y="790105"/>
                  </a:lnTo>
                  <a:lnTo>
                    <a:pt x="318389" y="781443"/>
                  </a:lnTo>
                  <a:lnTo>
                    <a:pt x="274510" y="767435"/>
                  </a:lnTo>
                  <a:lnTo>
                    <a:pt x="233095" y="748449"/>
                  </a:lnTo>
                  <a:lnTo>
                    <a:pt x="194538" y="724827"/>
                  </a:lnTo>
                  <a:lnTo>
                    <a:pt x="159181" y="696937"/>
                  </a:lnTo>
                  <a:lnTo>
                    <a:pt x="127368" y="665137"/>
                  </a:lnTo>
                  <a:lnTo>
                    <a:pt x="99479" y="629780"/>
                  </a:lnTo>
                  <a:lnTo>
                    <a:pt x="75857" y="591223"/>
                  </a:lnTo>
                  <a:lnTo>
                    <a:pt x="56870" y="549833"/>
                  </a:lnTo>
                  <a:lnTo>
                    <a:pt x="42862" y="505942"/>
                  </a:lnTo>
                  <a:lnTo>
                    <a:pt x="34251" y="460222"/>
                  </a:lnTo>
                  <a:lnTo>
                    <a:pt x="34188" y="459930"/>
                  </a:lnTo>
                  <a:lnTo>
                    <a:pt x="31229" y="412153"/>
                  </a:lnTo>
                  <a:lnTo>
                    <a:pt x="34188" y="364363"/>
                  </a:lnTo>
                  <a:lnTo>
                    <a:pt x="42862" y="318350"/>
                  </a:lnTo>
                  <a:lnTo>
                    <a:pt x="56870" y="274472"/>
                  </a:lnTo>
                  <a:lnTo>
                    <a:pt x="75857" y="233070"/>
                  </a:lnTo>
                  <a:lnTo>
                    <a:pt x="99479" y="194513"/>
                  </a:lnTo>
                  <a:lnTo>
                    <a:pt x="127368" y="159156"/>
                  </a:lnTo>
                  <a:lnTo>
                    <a:pt x="159181" y="127355"/>
                  </a:lnTo>
                  <a:lnTo>
                    <a:pt x="194538" y="99466"/>
                  </a:lnTo>
                  <a:lnTo>
                    <a:pt x="233095" y="75857"/>
                  </a:lnTo>
                  <a:lnTo>
                    <a:pt x="274497" y="56857"/>
                  </a:lnTo>
                  <a:lnTo>
                    <a:pt x="318389" y="42849"/>
                  </a:lnTo>
                  <a:lnTo>
                    <a:pt x="364413" y="34188"/>
                  </a:lnTo>
                  <a:lnTo>
                    <a:pt x="412203" y="31229"/>
                  </a:lnTo>
                  <a:lnTo>
                    <a:pt x="459981" y="34188"/>
                  </a:lnTo>
                  <a:lnTo>
                    <a:pt x="505993" y="42849"/>
                  </a:lnTo>
                  <a:lnTo>
                    <a:pt x="549884" y="56857"/>
                  </a:lnTo>
                  <a:lnTo>
                    <a:pt x="591286" y="75857"/>
                  </a:lnTo>
                  <a:lnTo>
                    <a:pt x="629843" y="99466"/>
                  </a:lnTo>
                  <a:lnTo>
                    <a:pt x="665200" y="127355"/>
                  </a:lnTo>
                  <a:lnTo>
                    <a:pt x="697014" y="159156"/>
                  </a:lnTo>
                  <a:lnTo>
                    <a:pt x="724903" y="194513"/>
                  </a:lnTo>
                  <a:lnTo>
                    <a:pt x="748525" y="233070"/>
                  </a:lnTo>
                  <a:lnTo>
                    <a:pt x="767511" y="274472"/>
                  </a:lnTo>
                  <a:lnTo>
                    <a:pt x="781519" y="318350"/>
                  </a:lnTo>
                  <a:lnTo>
                    <a:pt x="790143" y="364083"/>
                  </a:lnTo>
                  <a:lnTo>
                    <a:pt x="793153" y="412153"/>
                  </a:lnTo>
                  <a:lnTo>
                    <a:pt x="793153" y="256120"/>
                  </a:lnTo>
                  <a:lnTo>
                    <a:pt x="760209" y="191198"/>
                  </a:lnTo>
                  <a:lnTo>
                    <a:pt x="733831" y="154368"/>
                  </a:lnTo>
                  <a:lnTo>
                    <a:pt x="703656" y="120713"/>
                  </a:lnTo>
                  <a:lnTo>
                    <a:pt x="669988" y="90538"/>
                  </a:lnTo>
                  <a:lnTo>
                    <a:pt x="633158" y="64160"/>
                  </a:lnTo>
                  <a:lnTo>
                    <a:pt x="593458" y="41884"/>
                  </a:lnTo>
                  <a:lnTo>
                    <a:pt x="568223" y="31229"/>
                  </a:lnTo>
                  <a:lnTo>
                    <a:pt x="551205" y="24028"/>
                  </a:lnTo>
                  <a:lnTo>
                    <a:pt x="506704" y="10883"/>
                  </a:lnTo>
                  <a:lnTo>
                    <a:pt x="460273" y="2781"/>
                  </a:lnTo>
                  <a:lnTo>
                    <a:pt x="412203" y="0"/>
                  </a:lnTo>
                  <a:lnTo>
                    <a:pt x="364134" y="2781"/>
                  </a:lnTo>
                  <a:lnTo>
                    <a:pt x="317690" y="10883"/>
                  </a:lnTo>
                  <a:lnTo>
                    <a:pt x="273177" y="24028"/>
                  </a:lnTo>
                  <a:lnTo>
                    <a:pt x="230924" y="41884"/>
                  </a:lnTo>
                  <a:lnTo>
                    <a:pt x="191223" y="64160"/>
                  </a:lnTo>
                  <a:lnTo>
                    <a:pt x="154393" y="90538"/>
                  </a:lnTo>
                  <a:lnTo>
                    <a:pt x="120726" y="120713"/>
                  </a:lnTo>
                  <a:lnTo>
                    <a:pt x="90563" y="154368"/>
                  </a:lnTo>
                  <a:lnTo>
                    <a:pt x="64173" y="191198"/>
                  </a:lnTo>
                  <a:lnTo>
                    <a:pt x="41897" y="230886"/>
                  </a:lnTo>
                  <a:lnTo>
                    <a:pt x="24041" y="273138"/>
                  </a:lnTo>
                  <a:lnTo>
                    <a:pt x="10896" y="317639"/>
                  </a:lnTo>
                  <a:lnTo>
                    <a:pt x="2781" y="364083"/>
                  </a:lnTo>
                  <a:lnTo>
                    <a:pt x="0" y="412153"/>
                  </a:lnTo>
                  <a:lnTo>
                    <a:pt x="2768" y="459930"/>
                  </a:lnTo>
                  <a:lnTo>
                    <a:pt x="2781" y="460222"/>
                  </a:lnTo>
                  <a:lnTo>
                    <a:pt x="10769" y="505942"/>
                  </a:lnTo>
                  <a:lnTo>
                    <a:pt x="24041" y="551154"/>
                  </a:lnTo>
                  <a:lnTo>
                    <a:pt x="41897" y="593407"/>
                  </a:lnTo>
                  <a:lnTo>
                    <a:pt x="64173" y="633095"/>
                  </a:lnTo>
                  <a:lnTo>
                    <a:pt x="90563" y="669925"/>
                  </a:lnTo>
                  <a:lnTo>
                    <a:pt x="120738" y="703580"/>
                  </a:lnTo>
                  <a:lnTo>
                    <a:pt x="154393" y="733755"/>
                  </a:lnTo>
                  <a:lnTo>
                    <a:pt x="191223" y="760133"/>
                  </a:lnTo>
                  <a:lnTo>
                    <a:pt x="230924" y="782408"/>
                  </a:lnTo>
                  <a:lnTo>
                    <a:pt x="273177" y="800265"/>
                  </a:lnTo>
                  <a:lnTo>
                    <a:pt x="317690" y="813409"/>
                  </a:lnTo>
                  <a:lnTo>
                    <a:pt x="364134" y="821524"/>
                  </a:lnTo>
                  <a:lnTo>
                    <a:pt x="412203" y="824293"/>
                  </a:lnTo>
                  <a:lnTo>
                    <a:pt x="460273" y="821524"/>
                  </a:lnTo>
                  <a:lnTo>
                    <a:pt x="506704" y="813409"/>
                  </a:lnTo>
                  <a:lnTo>
                    <a:pt x="551205" y="800265"/>
                  </a:lnTo>
                  <a:lnTo>
                    <a:pt x="568210" y="793076"/>
                  </a:lnTo>
                  <a:lnTo>
                    <a:pt x="593458" y="782408"/>
                  </a:lnTo>
                  <a:lnTo>
                    <a:pt x="633158" y="760133"/>
                  </a:lnTo>
                  <a:lnTo>
                    <a:pt x="669988" y="733755"/>
                  </a:lnTo>
                  <a:lnTo>
                    <a:pt x="703656" y="703580"/>
                  </a:lnTo>
                  <a:lnTo>
                    <a:pt x="733831" y="669925"/>
                  </a:lnTo>
                  <a:lnTo>
                    <a:pt x="760209" y="633095"/>
                  </a:lnTo>
                  <a:lnTo>
                    <a:pt x="782485" y="593407"/>
                  </a:lnTo>
                  <a:lnTo>
                    <a:pt x="800354" y="551154"/>
                  </a:lnTo>
                  <a:lnTo>
                    <a:pt x="813498" y="506653"/>
                  </a:lnTo>
                  <a:lnTo>
                    <a:pt x="821613" y="460222"/>
                  </a:lnTo>
                  <a:lnTo>
                    <a:pt x="824382" y="41215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67">
              <a:extLst>
                <a:ext uri="{FF2B5EF4-FFF2-40B4-BE49-F238E27FC236}">
                  <a16:creationId xmlns:a16="http://schemas.microsoft.com/office/drawing/2014/main" id="{44373F7E-BCA2-425B-6E7F-0C3BEE1F7C75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79823" y="4019605"/>
              <a:ext cx="1265007" cy="736435"/>
            </a:xfrm>
            <a:prstGeom prst="rect">
              <a:avLst/>
            </a:prstGeom>
          </p:spPr>
        </p:pic>
        <p:pic>
          <p:nvPicPr>
            <p:cNvPr id="34" name="object 62">
              <a:extLst>
                <a:ext uri="{FF2B5EF4-FFF2-40B4-BE49-F238E27FC236}">
                  <a16:creationId xmlns:a16="http://schemas.microsoft.com/office/drawing/2014/main" id="{BA43DF2B-1E17-DDC2-5D97-7A0CE073E464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369041" y="3588743"/>
              <a:ext cx="546234" cy="394481"/>
            </a:xfrm>
            <a:prstGeom prst="rect">
              <a:avLst/>
            </a:prstGeom>
          </p:spPr>
        </p:pic>
        <p:pic>
          <p:nvPicPr>
            <p:cNvPr id="35" name="Picture 34" descr="A yellow and black logo&#10;&#10;AI-generated content may be incorrect.">
              <a:extLst>
                <a:ext uri="{FF2B5EF4-FFF2-40B4-BE49-F238E27FC236}">
                  <a16:creationId xmlns:a16="http://schemas.microsoft.com/office/drawing/2014/main" id="{D6B527F5-7789-0CEC-11A0-0D202116F4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956048" y="3901448"/>
              <a:ext cx="772137" cy="772137"/>
            </a:xfrm>
            <a:prstGeom prst="rect">
              <a:avLst/>
            </a:prstGeom>
          </p:spPr>
        </p:pic>
        <p:pic>
          <p:nvPicPr>
            <p:cNvPr id="36" name="Picture 35" descr="A blue whale with blue squares&#10;&#10;AI-generated content may be incorrect.">
              <a:extLst>
                <a:ext uri="{FF2B5EF4-FFF2-40B4-BE49-F238E27FC236}">
                  <a16:creationId xmlns:a16="http://schemas.microsoft.com/office/drawing/2014/main" id="{A67A501B-D85B-3E0C-6AFF-314FB2CA56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568746" y="3455353"/>
              <a:ext cx="779147" cy="779147"/>
            </a:xfrm>
            <a:prstGeom prst="rect">
              <a:avLst/>
            </a:prstGeom>
          </p:spPr>
        </p:pic>
        <p:pic>
          <p:nvPicPr>
            <p:cNvPr id="37" name="Picture 36" descr="A red circle with a dot in the middle&#10;&#10;AI-generated content may be incorrect.">
              <a:extLst>
                <a:ext uri="{FF2B5EF4-FFF2-40B4-BE49-F238E27FC236}">
                  <a16:creationId xmlns:a16="http://schemas.microsoft.com/office/drawing/2014/main" id="{6B563F14-A707-142A-2442-18C62655A48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993166" y="3544185"/>
              <a:ext cx="603287" cy="603287"/>
            </a:xfrm>
            <a:prstGeom prst="rect">
              <a:avLst/>
            </a:prstGeom>
          </p:spPr>
        </p:pic>
        <p:pic>
          <p:nvPicPr>
            <p:cNvPr id="38" name="Picture 37" descr="A logo of a company&#10;&#10;AI-generated content may be incorrect.">
              <a:extLst>
                <a:ext uri="{FF2B5EF4-FFF2-40B4-BE49-F238E27FC236}">
                  <a16:creationId xmlns:a16="http://schemas.microsoft.com/office/drawing/2014/main" id="{BEBEFD77-7B10-D158-209C-DE32A12B9D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326381" y="4031533"/>
              <a:ext cx="649236" cy="649236"/>
            </a:xfrm>
            <a:prstGeom prst="rect">
              <a:avLst/>
            </a:prstGeom>
          </p:spPr>
        </p:pic>
        <p:pic>
          <p:nvPicPr>
            <p:cNvPr id="39" name="Picture 38" descr="A green leaf on a black background&#10;&#10;AI-generated content may be incorrect.">
              <a:extLst>
                <a:ext uri="{FF2B5EF4-FFF2-40B4-BE49-F238E27FC236}">
                  <a16:creationId xmlns:a16="http://schemas.microsoft.com/office/drawing/2014/main" id="{8189CF9A-2687-9F25-B56C-407DE663D7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7776225" y="3559608"/>
              <a:ext cx="772137" cy="772137"/>
            </a:xfrm>
            <a:prstGeom prst="rect">
              <a:avLst/>
            </a:prstGeom>
          </p:spPr>
        </p:pic>
        <p:pic>
          <p:nvPicPr>
            <p:cNvPr id="40" name="Picture 39" descr="A blue elephant with black background&#10;&#10;AI-generated content may be incorrect.">
              <a:extLst>
                <a:ext uri="{FF2B5EF4-FFF2-40B4-BE49-F238E27FC236}">
                  <a16:creationId xmlns:a16="http://schemas.microsoft.com/office/drawing/2014/main" id="{02C0B47F-ACC3-182A-CA7A-4C66428B2E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3421590" y="3559608"/>
              <a:ext cx="626166" cy="626166"/>
            </a:xfrm>
            <a:prstGeom prst="rect">
              <a:avLst/>
            </a:prstGeom>
          </p:spPr>
        </p:pic>
        <p:pic>
          <p:nvPicPr>
            <p:cNvPr id="41" name="Picture 7" descr="FastAPI">
              <a:extLst>
                <a:ext uri="{FF2B5EF4-FFF2-40B4-BE49-F238E27FC236}">
                  <a16:creationId xmlns:a16="http://schemas.microsoft.com/office/drawing/2014/main" id="{7E1167BB-3058-C5FA-81B2-F4AA100D18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8029" y="4037528"/>
              <a:ext cx="1985616" cy="7156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4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3560FEB6-9260-1A06-5857-49CC1E9984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6650999" y="3578328"/>
              <a:ext cx="477062" cy="477062"/>
            </a:xfrm>
            <a:prstGeom prst="rect">
              <a:avLst/>
            </a:prstGeom>
          </p:spPr>
        </p:pic>
        <p:pic>
          <p:nvPicPr>
            <p:cNvPr id="43" name="Picture 42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0A9D1975-7D8B-7CAA-2E7C-1D67F5B389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6014576" y="3578042"/>
              <a:ext cx="608769" cy="608769"/>
            </a:xfrm>
            <a:prstGeom prst="rect">
              <a:avLst/>
            </a:prstGeom>
          </p:spPr>
        </p:pic>
        <p:pic>
          <p:nvPicPr>
            <p:cNvPr id="44" name="Picture 43" descr="A blue rectangles with a pink and yellow center&#10;&#10;AI-generated content may be incorrect.">
              <a:extLst>
                <a:ext uri="{FF2B5EF4-FFF2-40B4-BE49-F238E27FC236}">
                  <a16:creationId xmlns:a16="http://schemas.microsoft.com/office/drawing/2014/main" id="{1A9D8BED-7600-FC7E-6B70-D9E8F51219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2165996" y="3569019"/>
              <a:ext cx="664858" cy="664858"/>
            </a:xfrm>
            <a:prstGeom prst="rect">
              <a:avLst/>
            </a:prstGeom>
          </p:spPr>
        </p:pic>
        <p:pic>
          <p:nvPicPr>
            <p:cNvPr id="45" name="Picture 44" descr="A blue letter a logo&#10;&#10;AI-generated content may be incorrect.">
              <a:extLst>
                <a:ext uri="{FF2B5EF4-FFF2-40B4-BE49-F238E27FC236}">
                  <a16:creationId xmlns:a16="http://schemas.microsoft.com/office/drawing/2014/main" id="{FB417745-AFB6-1A07-CA6A-74B9765E1F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5672139" y="4061833"/>
              <a:ext cx="569614" cy="553552"/>
            </a:xfrm>
            <a:prstGeom prst="rect">
              <a:avLst/>
            </a:prstGeom>
          </p:spPr>
        </p:pic>
        <p:pic>
          <p:nvPicPr>
            <p:cNvPr id="46" name="Picture 45" descr="A triangle with a black background&#10;&#10;AI-generated content may be incorrect.">
              <a:extLst>
                <a:ext uri="{FF2B5EF4-FFF2-40B4-BE49-F238E27FC236}">
                  <a16:creationId xmlns:a16="http://schemas.microsoft.com/office/drawing/2014/main" id="{9A73CF51-1C05-8D14-4DB3-A0B82DD201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5442377" y="3590408"/>
              <a:ext cx="503768" cy="503768"/>
            </a:xfrm>
            <a:prstGeom prst="rect">
              <a:avLst/>
            </a:prstGeom>
          </p:spPr>
        </p:pic>
        <p:pic>
          <p:nvPicPr>
            <p:cNvPr id="47" name="Picture 46" descr="A logo with a black background&#10;&#10;AI-generated content may be incorrect.">
              <a:extLst>
                <a:ext uri="{FF2B5EF4-FFF2-40B4-BE49-F238E27FC236}">
                  <a16:creationId xmlns:a16="http://schemas.microsoft.com/office/drawing/2014/main" id="{59D78EF9-B5E9-4324-BAED-5D7B376AE1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927335" y="4087044"/>
              <a:ext cx="457200" cy="457200"/>
            </a:xfrm>
            <a:prstGeom prst="rect">
              <a:avLst/>
            </a:prstGeom>
          </p:spPr>
        </p:pic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96456445-DFC7-8F0B-90B1-ACC85708400B}"/>
              </a:ext>
            </a:extLst>
          </p:cNvPr>
          <p:cNvSpPr txBox="1"/>
          <p:nvPr/>
        </p:nvSpPr>
        <p:spPr>
          <a:xfrm>
            <a:off x="2197541" y="2327883"/>
            <a:ext cx="13892917" cy="46919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Frontend: </a:t>
            </a:r>
            <a:r>
              <a:rPr lang="en-IN" sz="2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React.Js</a:t>
            </a:r>
            <a:r>
              <a:rPr lang="en-IN" sz="2800" spc="-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Android</a:t>
            </a:r>
            <a:r>
              <a:rPr lang="en-IN" sz="2800" spc="-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SDK</a:t>
            </a:r>
            <a:r>
              <a:rPr lang="en-IN" sz="2800" spc="-6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(XML</a:t>
            </a:r>
            <a:r>
              <a:rPr lang="en-IN" sz="2800" spc="-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layouts</a:t>
            </a:r>
            <a:r>
              <a:rPr lang="en-IN" sz="2800" spc="-6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IN" sz="2800" spc="-7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Java)</a:t>
            </a:r>
            <a:endParaRPr lang="en-IN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Backend: </a:t>
            </a:r>
            <a:r>
              <a:rPr lang="en-I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lang="en-IN" sz="2800" spc="-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sz="2800" spc="-1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FastAPI</a:t>
            </a:r>
            <a:r>
              <a:rPr lang="en-IN" sz="2800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/Flask)</a:t>
            </a:r>
            <a:r>
              <a:rPr lang="en-IN" sz="2800" spc="-4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IN" sz="2800" spc="-6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Node.js</a:t>
            </a:r>
            <a:r>
              <a:rPr lang="en-IN" sz="2800" spc="-6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(Express)</a:t>
            </a:r>
            <a:endParaRPr lang="en-IN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5080" indent="-457200">
              <a:lnSpc>
                <a:spcPct val="96600"/>
              </a:lnSpc>
              <a:spcBef>
                <a:spcPts val="195"/>
              </a:spcBef>
              <a:buFont typeface="Wingdings" panose="05000000000000000000" pitchFamily="2" charset="2"/>
              <a:buChar char="§"/>
            </a:pPr>
            <a:r>
              <a:rPr lang="en-IN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/ Machine Learning Layer </a:t>
            </a:r>
            <a:r>
              <a:rPr lang="en-IN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IN" sz="2800" spc="-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TensorFlow</a:t>
            </a:r>
            <a:r>
              <a:rPr lang="en-IN" sz="2800" spc="-8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IN" sz="2800" spc="-7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spc="-3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PyTorch</a:t>
            </a:r>
            <a:r>
              <a:rPr lang="en-IN" sz="2800" spc="-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(CNN,</a:t>
            </a:r>
            <a:r>
              <a:rPr lang="en-IN" sz="2800" spc="-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LSTM,</a:t>
            </a:r>
            <a:r>
              <a:rPr lang="en-IN" sz="2800" spc="-6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Transformers), </a:t>
            </a:r>
            <a:r>
              <a:rPr lang="en-IN" sz="2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MediaPipe</a:t>
            </a:r>
            <a:r>
              <a:rPr lang="en-IN" sz="2800" spc="-8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n-IN" sz="2800" spc="-8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spc="-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hand/</a:t>
            </a:r>
            <a:r>
              <a:rPr lang="en-IN" sz="2800" spc="-2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keypoint</a:t>
            </a:r>
            <a:r>
              <a:rPr lang="en-IN" sz="2800" spc="-7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tracking</a:t>
            </a:r>
            <a:r>
              <a:rPr lang="en-IN" sz="2800" spc="-9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spc="-2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IN" sz="2800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gesture</a:t>
            </a:r>
            <a:r>
              <a:rPr lang="en-IN" sz="2800" spc="-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recognition</a:t>
            </a:r>
            <a:r>
              <a:rPr lang="en-IN" sz="2800" spc="-6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IN" sz="2800" spc="-6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NLP</a:t>
            </a:r>
            <a:r>
              <a:rPr lang="en-IN" sz="2800" spc="-6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(BERT) .</a:t>
            </a:r>
          </a:p>
          <a:p>
            <a:pPr marL="469900" marR="5080" indent="-457200">
              <a:lnSpc>
                <a:spcPct val="96600"/>
              </a:lnSpc>
              <a:spcBef>
                <a:spcPts val="195"/>
              </a:spcBef>
              <a:buFont typeface="Wingdings" panose="05000000000000000000" pitchFamily="2" charset="2"/>
              <a:buChar char="§"/>
            </a:pPr>
            <a:r>
              <a:rPr lang="en-IN" sz="3200" b="1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 services </a:t>
            </a:r>
            <a:r>
              <a:rPr lang="en-IN" sz="3200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:- 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RESTful</a:t>
            </a:r>
            <a:r>
              <a:rPr lang="en-US" sz="2800" spc="-6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APIs,</a:t>
            </a:r>
            <a:r>
              <a:rPr lang="en-US" sz="2800" spc="-6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Integrations</a:t>
            </a:r>
            <a:r>
              <a:rPr lang="en-US" sz="2800" spc="-7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en-US" sz="2800" spc="-7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Speech-to-</a:t>
            </a:r>
            <a:r>
              <a:rPr lang="en-US" sz="2800" spc="-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(Google</a:t>
            </a:r>
            <a:r>
              <a:rPr lang="en-US" sz="2800" spc="-7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Cloud</a:t>
            </a:r>
            <a:r>
              <a:rPr lang="en-US" sz="2800" spc="-7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Speech),</a:t>
            </a:r>
            <a:r>
              <a:rPr lang="en-US" sz="2800" spc="-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-6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Text-</a:t>
            </a:r>
            <a:r>
              <a:rPr lang="en-US" sz="2800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to-Speech 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(Google</a:t>
            </a:r>
            <a:r>
              <a:rPr lang="en-US" sz="2800" spc="-8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Cloud</a:t>
            </a:r>
            <a:r>
              <a:rPr lang="en-US" sz="2800" spc="-7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-2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TTS)</a:t>
            </a:r>
            <a:endParaRPr lang="en-US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IN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I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Firebase</a:t>
            </a:r>
            <a:r>
              <a:rPr lang="en-IN" sz="2800" spc="-6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spc="-1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Firestore</a:t>
            </a:r>
            <a:r>
              <a:rPr lang="en-IN" sz="2800" spc="-8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IN" sz="2800" spc="-7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Cloud</a:t>
            </a:r>
            <a:r>
              <a:rPr lang="en-IN" sz="2800" spc="-8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Storage </a:t>
            </a:r>
            <a:endParaRPr lang="en-IN" sz="3200" spc="-1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Deployment</a:t>
            </a:r>
            <a:r>
              <a:rPr lang="en-IN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n-I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Docker,, </a:t>
            </a:r>
            <a:r>
              <a:rPr lang="en-IN" sz="2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Vercel</a:t>
            </a:r>
            <a:r>
              <a:rPr lang="en-I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Netlify ,</a:t>
            </a:r>
            <a:r>
              <a:rPr lang="en-IN" sz="28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</a:t>
            </a:r>
            <a:r>
              <a:rPr lang="en-IN" sz="2800" spc="-6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IN" sz="2800" spc="-7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</a:t>
            </a:r>
            <a:r>
              <a:rPr lang="en-IN" sz="2800" spc="-6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IN" sz="2800" spc="-7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en-IN" sz="2800" spc="-6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(CI/CD</a:t>
            </a:r>
            <a:r>
              <a:rPr lang="en-IN" sz="2800" spc="-5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spc="-1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pipelines)</a:t>
            </a:r>
            <a:endParaRPr lang="en-IN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0015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77D5A6-CB2F-3BDD-73A1-D36AF9EEE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F30FDB0F-A61E-6FD3-8961-74C3ECF85D6A}"/>
              </a:ext>
            </a:extLst>
          </p:cNvPr>
          <p:cNvSpPr/>
          <p:nvPr/>
        </p:nvSpPr>
        <p:spPr>
          <a:xfrm rot="-5400000">
            <a:off x="3905451" y="-4606044"/>
            <a:ext cx="11177825" cy="19873686"/>
          </a:xfrm>
          <a:custGeom>
            <a:avLst/>
            <a:gdLst/>
            <a:ahLst/>
            <a:cxnLst/>
            <a:rect l="l" t="t" r="r" b="b"/>
            <a:pathLst>
              <a:path w="11177825" h="19873686">
                <a:moveTo>
                  <a:pt x="0" y="0"/>
                </a:moveTo>
                <a:lnTo>
                  <a:pt x="11177825" y="0"/>
                </a:lnTo>
                <a:lnTo>
                  <a:pt x="11177825" y="19873686"/>
                </a:lnTo>
                <a:lnTo>
                  <a:pt x="0" y="198736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2531482-6D9F-CEB9-EA73-3D0716E21B8F}"/>
              </a:ext>
            </a:extLst>
          </p:cNvPr>
          <p:cNvSpPr txBox="1"/>
          <p:nvPr/>
        </p:nvSpPr>
        <p:spPr>
          <a:xfrm>
            <a:off x="1" y="800100"/>
            <a:ext cx="18288000" cy="7134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67"/>
              </a:lnSpc>
            </a:pPr>
            <a:r>
              <a:rPr lang="en-US" sz="4795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FEATURE / USP</a:t>
            </a:r>
            <a:endParaRPr lang="en-US" sz="4795" dirty="0">
              <a:solidFill>
                <a:srgbClr val="FFE00F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3E1E6DEF-BD2B-31DD-0C9D-D1E37420C9AF}"/>
              </a:ext>
            </a:extLst>
          </p:cNvPr>
          <p:cNvSpPr/>
          <p:nvPr/>
        </p:nvSpPr>
        <p:spPr>
          <a:xfrm>
            <a:off x="15676333" y="108342"/>
            <a:ext cx="2374487" cy="2022916"/>
          </a:xfrm>
          <a:custGeom>
            <a:avLst/>
            <a:gdLst/>
            <a:ahLst/>
            <a:cxnLst/>
            <a:rect l="l" t="t" r="r" b="b"/>
            <a:pathLst>
              <a:path w="2374487" h="2022916">
                <a:moveTo>
                  <a:pt x="0" y="0"/>
                </a:moveTo>
                <a:lnTo>
                  <a:pt x="2374487" y="0"/>
                </a:lnTo>
                <a:lnTo>
                  <a:pt x="2374487" y="2022916"/>
                </a:lnTo>
                <a:lnTo>
                  <a:pt x="0" y="20229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840" t="-13167" r="-6840" b="-202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E83FB86B-92EC-EF06-889A-9039B4102C65}"/>
              </a:ext>
            </a:extLst>
          </p:cNvPr>
          <p:cNvSpPr/>
          <p:nvPr/>
        </p:nvSpPr>
        <p:spPr>
          <a:xfrm>
            <a:off x="609600" y="469572"/>
            <a:ext cx="1300456" cy="1300456"/>
          </a:xfrm>
          <a:custGeom>
            <a:avLst/>
            <a:gdLst/>
            <a:ahLst/>
            <a:cxnLst/>
            <a:rect l="l" t="t" r="r" b="b"/>
            <a:pathLst>
              <a:path w="1300456" h="1300456">
                <a:moveTo>
                  <a:pt x="0" y="0"/>
                </a:moveTo>
                <a:lnTo>
                  <a:pt x="1300456" y="0"/>
                </a:lnTo>
                <a:lnTo>
                  <a:pt x="1300456" y="1300456"/>
                </a:lnTo>
                <a:lnTo>
                  <a:pt x="0" y="13004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D2C0A1-D2D4-2E29-9D09-8F54178F4FDB}"/>
              </a:ext>
            </a:extLst>
          </p:cNvPr>
          <p:cNvSpPr txBox="1"/>
          <p:nvPr/>
        </p:nvSpPr>
        <p:spPr>
          <a:xfrm>
            <a:off x="3238500" y="1943100"/>
            <a:ext cx="11811000" cy="815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rgbClr val="FFFF00"/>
                </a:solidFill>
              </a:rPr>
              <a:t>AI-Powered Real-Time ISL Translation </a:t>
            </a:r>
            <a:r>
              <a:rPr lang="en-US" sz="2800" b="1" dirty="0">
                <a:solidFill>
                  <a:schemeClr val="bg1"/>
                </a:solidFill>
              </a:rPr>
              <a:t>:- </a:t>
            </a:r>
            <a:r>
              <a:rPr lang="en-US" sz="2800" dirty="0">
                <a:solidFill>
                  <a:schemeClr val="bg1"/>
                </a:solidFill>
              </a:rPr>
              <a:t>Ishara is an AI-powered real-time </a:t>
            </a:r>
            <a:r>
              <a:rPr lang="en-US" sz="2800" b="1" dirty="0">
                <a:solidFill>
                  <a:schemeClr val="bg1"/>
                </a:solidFill>
              </a:rPr>
              <a:t>Indian Sign Language (ISL) translator</a:t>
            </a:r>
            <a:r>
              <a:rPr lang="en-US" sz="2800" dirty="0">
                <a:solidFill>
                  <a:schemeClr val="bg1"/>
                </a:solidFill>
              </a:rPr>
              <a:t> designed specifically for Indian users.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rgbClr val="FFFF00"/>
                </a:solidFill>
              </a:rPr>
              <a:t>Computer Vision &amp; Deep Learning </a:t>
            </a:r>
            <a:r>
              <a:rPr lang="en-US" sz="2800" b="1" dirty="0">
                <a:solidFill>
                  <a:schemeClr val="bg1"/>
                </a:solidFill>
              </a:rPr>
              <a:t>:-</a:t>
            </a:r>
            <a:r>
              <a:rPr lang="en-US" sz="2800" dirty="0">
                <a:solidFill>
                  <a:schemeClr val="bg1"/>
                </a:solidFill>
              </a:rPr>
              <a:t>Uses advanced </a:t>
            </a:r>
            <a:r>
              <a:rPr lang="en-US" sz="2800" b="1" dirty="0">
                <a:solidFill>
                  <a:schemeClr val="bg1"/>
                </a:solidFill>
              </a:rPr>
              <a:t>computer vision and deep learning models</a:t>
            </a:r>
            <a:r>
              <a:rPr lang="en-US" sz="2800" dirty="0">
                <a:solidFill>
                  <a:schemeClr val="bg1"/>
                </a:solidFill>
              </a:rPr>
              <a:t> to accurately recognize hand gestures and ISL signs.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rgbClr val="FFFF00"/>
                </a:solidFill>
              </a:rPr>
              <a:t>Instant Sign to Text &amp; Speech Conversion </a:t>
            </a:r>
            <a:r>
              <a:rPr lang="en-US" sz="2800" b="1" dirty="0">
                <a:solidFill>
                  <a:schemeClr val="bg1"/>
                </a:solidFill>
              </a:rPr>
              <a:t>:- </a:t>
            </a:r>
            <a:r>
              <a:rPr lang="en-US" sz="2800" dirty="0">
                <a:solidFill>
                  <a:schemeClr val="bg1"/>
                </a:solidFill>
              </a:rPr>
              <a:t>Transforms sign language into </a:t>
            </a:r>
            <a:r>
              <a:rPr lang="en-US" sz="2800" b="1" dirty="0">
                <a:solidFill>
                  <a:schemeClr val="bg1"/>
                </a:solidFill>
              </a:rPr>
              <a:t>readable text and natural speech instantly</a:t>
            </a:r>
            <a:r>
              <a:rPr lang="en-US" sz="2800" dirty="0">
                <a:solidFill>
                  <a:schemeClr val="bg1"/>
                </a:solidFill>
              </a:rPr>
              <a:t>, enabling smooth communication.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rgbClr val="FFFF00"/>
                </a:solidFill>
              </a:rPr>
              <a:t>Cross-Platform Accessibility </a:t>
            </a:r>
            <a:r>
              <a:rPr lang="en-US" sz="2800" b="1" dirty="0">
                <a:solidFill>
                  <a:schemeClr val="bg1"/>
                </a:solidFill>
              </a:rPr>
              <a:t>:- </a:t>
            </a:r>
            <a:r>
              <a:rPr lang="en-US" sz="2800" dirty="0">
                <a:solidFill>
                  <a:schemeClr val="bg1"/>
                </a:solidFill>
              </a:rPr>
              <a:t>Works seamlessly across </a:t>
            </a:r>
            <a:r>
              <a:rPr lang="en-US" sz="2800" b="1" dirty="0">
                <a:solidFill>
                  <a:schemeClr val="bg1"/>
                </a:solidFill>
              </a:rPr>
              <a:t>mobile apps, web platforms, and smart devices</a:t>
            </a:r>
            <a:r>
              <a:rPr lang="en-US" sz="2800" dirty="0">
                <a:solidFill>
                  <a:schemeClr val="bg1"/>
                </a:solidFill>
              </a:rPr>
              <a:t>, making it accessible anytime, anywhere.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rgbClr val="FFFF00"/>
                </a:solidFill>
              </a:rPr>
              <a:t>Inclusive Communication Bridge </a:t>
            </a:r>
            <a:r>
              <a:rPr lang="en-US" sz="2800" b="1" dirty="0">
                <a:solidFill>
                  <a:schemeClr val="bg1"/>
                </a:solidFill>
              </a:rPr>
              <a:t>:- </a:t>
            </a:r>
            <a:r>
              <a:rPr lang="en-US" sz="2800" dirty="0">
                <a:solidFill>
                  <a:schemeClr val="bg1"/>
                </a:solidFill>
              </a:rPr>
              <a:t>Helps bridge the communication gap between </a:t>
            </a:r>
            <a:r>
              <a:rPr lang="en-US" sz="2800" b="1" dirty="0">
                <a:solidFill>
                  <a:schemeClr val="bg1"/>
                </a:solidFill>
              </a:rPr>
              <a:t>deaf and hearing communities</a:t>
            </a:r>
            <a:r>
              <a:rPr lang="en-US" sz="2800" dirty="0">
                <a:solidFill>
                  <a:schemeClr val="bg1"/>
                </a:solidFill>
              </a:rPr>
              <a:t> in education, workplaces, and daily life.</a:t>
            </a:r>
          </a:p>
        </p:txBody>
      </p:sp>
    </p:spTree>
    <p:extLst>
      <p:ext uri="{BB962C8B-B14F-4D97-AF65-F5344CB8AC3E}">
        <p14:creationId xmlns:p14="http://schemas.microsoft.com/office/powerpoint/2010/main" val="2660774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F8126B-125D-0EFD-2E05-8E07BD117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CFBFA6D5-B478-8C27-69F3-885898AF27D6}"/>
              </a:ext>
            </a:extLst>
          </p:cNvPr>
          <p:cNvSpPr/>
          <p:nvPr/>
        </p:nvSpPr>
        <p:spPr>
          <a:xfrm rot="-5400000">
            <a:off x="3905451" y="-4606044"/>
            <a:ext cx="11177825" cy="19873686"/>
          </a:xfrm>
          <a:custGeom>
            <a:avLst/>
            <a:gdLst/>
            <a:ahLst/>
            <a:cxnLst/>
            <a:rect l="l" t="t" r="r" b="b"/>
            <a:pathLst>
              <a:path w="11177825" h="19873686">
                <a:moveTo>
                  <a:pt x="0" y="0"/>
                </a:moveTo>
                <a:lnTo>
                  <a:pt x="11177825" y="0"/>
                </a:lnTo>
                <a:lnTo>
                  <a:pt x="11177825" y="19873686"/>
                </a:lnTo>
                <a:lnTo>
                  <a:pt x="0" y="198736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D005A458-B660-BF69-5BEA-2E505385C354}"/>
              </a:ext>
            </a:extLst>
          </p:cNvPr>
          <p:cNvSpPr txBox="1"/>
          <p:nvPr/>
        </p:nvSpPr>
        <p:spPr>
          <a:xfrm>
            <a:off x="1" y="800100"/>
            <a:ext cx="18288000" cy="7134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67"/>
              </a:lnSpc>
            </a:pPr>
            <a:r>
              <a:rPr lang="en-US" sz="4795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References / links</a:t>
            </a:r>
            <a:endParaRPr lang="en-US" sz="4795" dirty="0">
              <a:solidFill>
                <a:srgbClr val="FFE00F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F548C07C-5762-9153-B107-3B13CFB35F6C}"/>
              </a:ext>
            </a:extLst>
          </p:cNvPr>
          <p:cNvSpPr/>
          <p:nvPr/>
        </p:nvSpPr>
        <p:spPr>
          <a:xfrm>
            <a:off x="15676333" y="108342"/>
            <a:ext cx="2374487" cy="2022916"/>
          </a:xfrm>
          <a:custGeom>
            <a:avLst/>
            <a:gdLst/>
            <a:ahLst/>
            <a:cxnLst/>
            <a:rect l="l" t="t" r="r" b="b"/>
            <a:pathLst>
              <a:path w="2374487" h="2022916">
                <a:moveTo>
                  <a:pt x="0" y="0"/>
                </a:moveTo>
                <a:lnTo>
                  <a:pt x="2374487" y="0"/>
                </a:lnTo>
                <a:lnTo>
                  <a:pt x="2374487" y="2022916"/>
                </a:lnTo>
                <a:lnTo>
                  <a:pt x="0" y="20229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840" t="-13167" r="-6840" b="-202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C27A3264-E013-568F-B86C-03F63AE20D99}"/>
              </a:ext>
            </a:extLst>
          </p:cNvPr>
          <p:cNvSpPr/>
          <p:nvPr/>
        </p:nvSpPr>
        <p:spPr>
          <a:xfrm>
            <a:off x="609600" y="469572"/>
            <a:ext cx="1300456" cy="1300456"/>
          </a:xfrm>
          <a:custGeom>
            <a:avLst/>
            <a:gdLst/>
            <a:ahLst/>
            <a:cxnLst/>
            <a:rect l="l" t="t" r="r" b="b"/>
            <a:pathLst>
              <a:path w="1300456" h="1300456">
                <a:moveTo>
                  <a:pt x="0" y="0"/>
                </a:moveTo>
                <a:lnTo>
                  <a:pt x="1300456" y="0"/>
                </a:lnTo>
                <a:lnTo>
                  <a:pt x="1300456" y="1300456"/>
                </a:lnTo>
                <a:lnTo>
                  <a:pt x="0" y="13004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B7DD43F1-B6AD-140F-4920-B76DD62E7334}"/>
              </a:ext>
            </a:extLst>
          </p:cNvPr>
          <p:cNvSpPr txBox="1"/>
          <p:nvPr/>
        </p:nvSpPr>
        <p:spPr>
          <a:xfrm>
            <a:off x="589631" y="2300181"/>
            <a:ext cx="7762282" cy="85895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2175"/>
              </a:spcBef>
            </a:pPr>
            <a:r>
              <a:rPr sz="3200" b="1" spc="-10" dirty="0" err="1">
                <a:solidFill>
                  <a:schemeClr val="bg1"/>
                </a:solidFill>
                <a:latin typeface="Calibri"/>
                <a:cs typeface="Calibri"/>
              </a:rPr>
              <a:t>ExistingPlatforms</a:t>
            </a:r>
            <a:endParaRPr lang="en-IN" sz="3000" b="1" spc="-5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645160" indent="-342900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§"/>
              <a:tabLst>
                <a:tab pos="588010" algn="l"/>
              </a:tabLst>
            </a:pPr>
            <a:r>
              <a:rPr lang="en-IN" sz="2400" b="1" spc="-10" dirty="0" err="1">
                <a:solidFill>
                  <a:schemeClr val="bg1"/>
                </a:solidFill>
                <a:cs typeface="Calibri"/>
              </a:rPr>
              <a:t>SignAble</a:t>
            </a:r>
            <a:r>
              <a:rPr lang="en-IN" sz="2400" b="1" spc="-95" dirty="0">
                <a:solidFill>
                  <a:schemeClr val="bg1"/>
                </a:solidFill>
                <a:cs typeface="Calibri"/>
              </a:rPr>
              <a:t> </a:t>
            </a:r>
            <a:r>
              <a:rPr lang="en-IN" sz="2000" b="1" dirty="0">
                <a:solidFill>
                  <a:schemeClr val="bg1"/>
                </a:solidFill>
                <a:cs typeface="Calibri"/>
              </a:rPr>
              <a:t>: </a:t>
            </a:r>
            <a:r>
              <a:rPr lang="en-IN" sz="2000" b="1" dirty="0">
                <a:solidFill>
                  <a:schemeClr val="bg1"/>
                </a:solidFill>
                <a:cs typeface="Calibri"/>
                <a:hlinkClick r:id="rId8"/>
              </a:rPr>
              <a:t>https://signable.live</a:t>
            </a:r>
            <a:endParaRPr lang="en-IN" sz="2400" dirty="0">
              <a:solidFill>
                <a:schemeClr val="bg1"/>
              </a:solidFill>
              <a:cs typeface="Calibri"/>
            </a:endParaRPr>
          </a:p>
          <a:p>
            <a:pPr marL="633730" indent="-342900">
              <a:lnSpc>
                <a:spcPct val="100000"/>
              </a:lnSpc>
              <a:spcBef>
                <a:spcPts val="90"/>
              </a:spcBef>
              <a:buFont typeface="Wingdings" panose="05000000000000000000" pitchFamily="2" charset="2"/>
              <a:buChar char="§"/>
              <a:tabLst>
                <a:tab pos="577215" algn="l"/>
              </a:tabLst>
            </a:pPr>
            <a:r>
              <a:rPr lang="en-IN" sz="2400" b="1" spc="-10" dirty="0">
                <a:solidFill>
                  <a:schemeClr val="bg1"/>
                </a:solidFill>
                <a:cs typeface="Calibri"/>
              </a:rPr>
              <a:t>DEF-</a:t>
            </a:r>
            <a:r>
              <a:rPr lang="en-IN" sz="2400" b="1" dirty="0">
                <a:solidFill>
                  <a:schemeClr val="bg1"/>
                </a:solidFill>
                <a:cs typeface="Calibri"/>
              </a:rPr>
              <a:t>ISL</a:t>
            </a:r>
            <a:r>
              <a:rPr lang="en-IN" sz="2400" b="1" spc="60" dirty="0">
                <a:solidFill>
                  <a:schemeClr val="bg1"/>
                </a:solidFill>
                <a:cs typeface="Calibri"/>
              </a:rPr>
              <a:t> </a:t>
            </a:r>
            <a:r>
              <a:rPr lang="en-IN" sz="2400" b="1" dirty="0">
                <a:solidFill>
                  <a:schemeClr val="bg1"/>
                </a:solidFill>
                <a:cs typeface="Calibri"/>
              </a:rPr>
              <a:t>App</a:t>
            </a:r>
            <a:r>
              <a:rPr lang="en-IN" sz="2400" b="1" spc="-30" dirty="0">
                <a:solidFill>
                  <a:schemeClr val="bg1"/>
                </a:solidFill>
                <a:cs typeface="Calibri"/>
              </a:rPr>
              <a:t> </a:t>
            </a:r>
            <a:r>
              <a:rPr lang="en-IN" sz="2000" b="1" dirty="0">
                <a:solidFill>
                  <a:schemeClr val="bg1"/>
                </a:solidFill>
                <a:cs typeface="Calibri"/>
              </a:rPr>
              <a:t>:</a:t>
            </a:r>
            <a:r>
              <a:rPr lang="en-IN" sz="2000" b="1" spc="100" dirty="0">
                <a:solidFill>
                  <a:schemeClr val="bg1"/>
                </a:solidFill>
                <a:cs typeface="Calibri"/>
              </a:rPr>
              <a:t>  </a:t>
            </a:r>
            <a:r>
              <a:rPr lang="en-IN" sz="2000" b="1" spc="100" dirty="0">
                <a:solidFill>
                  <a:schemeClr val="bg1"/>
                </a:solidFill>
                <a:cs typeface="Calibri"/>
                <a:hlinkClick r:id="rId9"/>
              </a:rPr>
              <a:t>https://def.org.in/def-isl-app/</a:t>
            </a:r>
            <a:endParaRPr lang="en-IN" sz="2000" b="1" spc="100" dirty="0">
              <a:solidFill>
                <a:schemeClr val="bg1"/>
              </a:solidFill>
              <a:cs typeface="Calibri"/>
            </a:endParaRPr>
          </a:p>
          <a:p>
            <a:pPr marL="633730" indent="-342900">
              <a:lnSpc>
                <a:spcPct val="100000"/>
              </a:lnSpc>
              <a:spcBef>
                <a:spcPts val="90"/>
              </a:spcBef>
              <a:buFont typeface="Wingdings" panose="05000000000000000000" pitchFamily="2" charset="2"/>
              <a:buChar char="§"/>
              <a:tabLst>
                <a:tab pos="577215" algn="l"/>
              </a:tabLst>
            </a:pPr>
            <a:r>
              <a:rPr lang="en-IN" sz="2400" b="1" spc="-20" dirty="0">
                <a:solidFill>
                  <a:schemeClr val="bg1"/>
                </a:solidFill>
                <a:cs typeface="Calibri"/>
              </a:rPr>
              <a:t>Sanket</a:t>
            </a:r>
            <a:r>
              <a:rPr lang="en-IN" sz="2400" b="1" spc="-15" dirty="0">
                <a:solidFill>
                  <a:schemeClr val="bg1"/>
                </a:solidFill>
                <a:cs typeface="Calibri"/>
              </a:rPr>
              <a:t> </a:t>
            </a:r>
            <a:r>
              <a:rPr lang="en-IN" sz="2000" b="1" dirty="0">
                <a:solidFill>
                  <a:schemeClr val="bg1"/>
                </a:solidFill>
                <a:cs typeface="Calibri"/>
              </a:rPr>
              <a:t>: </a:t>
            </a:r>
            <a:r>
              <a:rPr lang="en-IN" sz="2000" b="1" dirty="0">
                <a:solidFill>
                  <a:schemeClr val="bg1"/>
                </a:solidFill>
                <a:cs typeface="Calibri"/>
                <a:hlinkClick r:id="rId10"/>
              </a:rPr>
              <a:t>https://github.com/Mishra-Shreya/Sanket</a:t>
            </a:r>
            <a:endParaRPr lang="en-IN" sz="2400" dirty="0">
              <a:solidFill>
                <a:schemeClr val="bg1"/>
              </a:solidFill>
              <a:cs typeface="Calibri"/>
            </a:endParaRPr>
          </a:p>
          <a:p>
            <a:pPr marL="635000" indent="-342900">
              <a:lnSpc>
                <a:spcPct val="100000"/>
              </a:lnSpc>
              <a:spcBef>
                <a:spcPts val="355"/>
              </a:spcBef>
              <a:buFont typeface="Wingdings" panose="05000000000000000000" pitchFamily="2" charset="2"/>
              <a:buChar char="§"/>
              <a:tabLst>
                <a:tab pos="578485" algn="l"/>
              </a:tabLst>
            </a:pPr>
            <a:r>
              <a:rPr lang="en-IN" sz="2400" b="1" dirty="0">
                <a:solidFill>
                  <a:schemeClr val="bg1"/>
                </a:solidFill>
                <a:cs typeface="Calibri"/>
              </a:rPr>
              <a:t>ISLI</a:t>
            </a:r>
            <a:r>
              <a:rPr lang="en-IN" sz="2400" b="1" spc="-20" dirty="0">
                <a:solidFill>
                  <a:schemeClr val="bg1"/>
                </a:solidFill>
                <a:cs typeface="Calibri"/>
              </a:rPr>
              <a:t> </a:t>
            </a:r>
            <a:r>
              <a:rPr lang="en-IN" sz="2400" b="1" dirty="0">
                <a:solidFill>
                  <a:schemeClr val="bg1"/>
                </a:solidFill>
                <a:cs typeface="Calibri"/>
              </a:rPr>
              <a:t>Project,</a:t>
            </a:r>
            <a:r>
              <a:rPr lang="en-IN" sz="2400" b="1" spc="-25" dirty="0">
                <a:solidFill>
                  <a:schemeClr val="bg1"/>
                </a:solidFill>
                <a:cs typeface="Calibri"/>
              </a:rPr>
              <a:t> </a:t>
            </a:r>
            <a:r>
              <a:rPr lang="en-IN" sz="2400" b="1" dirty="0">
                <a:solidFill>
                  <a:schemeClr val="bg1"/>
                </a:solidFill>
                <a:cs typeface="Calibri"/>
              </a:rPr>
              <a:t>IIIT</a:t>
            </a:r>
            <a:r>
              <a:rPr lang="en-IN" sz="2400" b="1" spc="-35" dirty="0">
                <a:solidFill>
                  <a:schemeClr val="bg1"/>
                </a:solidFill>
                <a:cs typeface="Calibri"/>
              </a:rPr>
              <a:t> </a:t>
            </a:r>
            <a:r>
              <a:rPr lang="en-IN" sz="2400" b="1" spc="-10" dirty="0">
                <a:solidFill>
                  <a:schemeClr val="bg1"/>
                </a:solidFill>
                <a:cs typeface="Calibri"/>
              </a:rPr>
              <a:t>Bangalore</a:t>
            </a:r>
            <a:r>
              <a:rPr lang="en-IN" sz="2400" b="1" spc="-40" dirty="0">
                <a:solidFill>
                  <a:schemeClr val="bg1"/>
                </a:solidFill>
                <a:cs typeface="Calibri"/>
              </a:rPr>
              <a:t> </a:t>
            </a:r>
            <a:r>
              <a:rPr lang="en-IN" sz="2400" b="1" dirty="0">
                <a:solidFill>
                  <a:schemeClr val="bg1"/>
                </a:solidFill>
                <a:cs typeface="Calibri"/>
              </a:rPr>
              <a:t>: </a:t>
            </a:r>
            <a:r>
              <a:rPr lang="en-IN" sz="2400" b="1" dirty="0">
                <a:solidFill>
                  <a:schemeClr val="bg1"/>
                </a:solidFill>
                <a:cs typeface="Calibri"/>
                <a:hlinkClick r:id="rId11"/>
              </a:rPr>
              <a:t>https://cognitive.iiitb.ac.in/isli/</a:t>
            </a:r>
            <a:endParaRPr lang="en-IN" sz="2400" b="1" dirty="0">
              <a:solidFill>
                <a:schemeClr val="bg1"/>
              </a:solidFill>
              <a:cs typeface="Calibri"/>
            </a:endParaRPr>
          </a:p>
          <a:p>
            <a:pPr marL="292100">
              <a:lnSpc>
                <a:spcPct val="100000"/>
              </a:lnSpc>
              <a:spcBef>
                <a:spcPts val="355"/>
              </a:spcBef>
              <a:tabLst>
                <a:tab pos="578485" algn="l"/>
              </a:tabLst>
            </a:pPr>
            <a:endParaRPr lang="en-IN" sz="2400" dirty="0">
              <a:solidFill>
                <a:schemeClr val="bg1"/>
              </a:solidFill>
              <a:cs typeface="Calibri"/>
            </a:endParaRPr>
          </a:p>
          <a:p>
            <a:pPr marL="12700">
              <a:lnSpc>
                <a:spcPts val="3520"/>
              </a:lnSpc>
              <a:spcBef>
                <a:spcPts val="400"/>
              </a:spcBef>
            </a:pPr>
            <a:r>
              <a:rPr lang="en-IN" sz="3600" b="1" dirty="0">
                <a:solidFill>
                  <a:schemeClr val="bg1"/>
                </a:solidFill>
                <a:cs typeface="Calibri"/>
              </a:rPr>
              <a:t>Research</a:t>
            </a:r>
            <a:r>
              <a:rPr lang="en-IN" sz="3600" b="1" spc="-80" dirty="0">
                <a:solidFill>
                  <a:schemeClr val="bg1"/>
                </a:solidFill>
                <a:cs typeface="Calibri"/>
              </a:rPr>
              <a:t> </a:t>
            </a:r>
            <a:r>
              <a:rPr lang="en-IN" sz="3600" b="1" dirty="0">
                <a:solidFill>
                  <a:schemeClr val="bg1"/>
                </a:solidFill>
                <a:cs typeface="Calibri"/>
              </a:rPr>
              <a:t>&amp;</a:t>
            </a:r>
            <a:r>
              <a:rPr lang="en-IN" sz="3600" b="1" spc="-95" dirty="0">
                <a:solidFill>
                  <a:schemeClr val="bg1"/>
                </a:solidFill>
                <a:cs typeface="Calibri"/>
              </a:rPr>
              <a:t> </a:t>
            </a:r>
            <a:r>
              <a:rPr lang="en-IN" sz="3600" b="1" dirty="0">
                <a:solidFill>
                  <a:schemeClr val="bg1"/>
                </a:solidFill>
                <a:cs typeface="Calibri"/>
              </a:rPr>
              <a:t>Best</a:t>
            </a:r>
            <a:r>
              <a:rPr lang="en-IN" sz="3600" b="1" spc="-75" dirty="0">
                <a:solidFill>
                  <a:schemeClr val="bg1"/>
                </a:solidFill>
                <a:cs typeface="Calibri"/>
              </a:rPr>
              <a:t> </a:t>
            </a:r>
            <a:r>
              <a:rPr lang="en-IN" sz="3600" b="1" dirty="0">
                <a:solidFill>
                  <a:schemeClr val="bg1"/>
                </a:solidFill>
                <a:cs typeface="Calibri"/>
              </a:rPr>
              <a:t>Practices</a:t>
            </a:r>
            <a:r>
              <a:rPr lang="en-IN" sz="3600" b="1" spc="-114" dirty="0">
                <a:solidFill>
                  <a:schemeClr val="bg1"/>
                </a:solidFill>
                <a:cs typeface="Calibri"/>
              </a:rPr>
              <a:t> </a:t>
            </a:r>
            <a:r>
              <a:rPr lang="en-IN" sz="3600" b="1" spc="-50" dirty="0">
                <a:solidFill>
                  <a:schemeClr val="bg1"/>
                </a:solidFill>
                <a:cs typeface="Calibri"/>
              </a:rPr>
              <a:t>:</a:t>
            </a:r>
          </a:p>
          <a:p>
            <a:pPr marL="469900" indent="-457200">
              <a:lnSpc>
                <a:spcPts val="352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IN" sz="2800" b="1" spc="-50" dirty="0">
                <a:solidFill>
                  <a:schemeClr val="bg1"/>
                </a:solidFill>
                <a:cs typeface="Calibri"/>
                <a:hlinkClick r:id="rId12"/>
              </a:rPr>
              <a:t>https://www.ijraset.com/research-paper/advances-in-indian</a:t>
            </a:r>
          </a:p>
          <a:p>
            <a:pPr marL="469900" indent="-457200">
              <a:lnSpc>
                <a:spcPts val="352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r>
              <a:rPr lang="en-IN" sz="2800" b="1" spc="-50" dirty="0">
                <a:solidFill>
                  <a:schemeClr val="bg1"/>
                </a:solidFill>
                <a:cs typeface="Calibri"/>
                <a:hlinkClick r:id="rId12"/>
              </a:rPr>
              <a:t>-</a:t>
            </a:r>
            <a:r>
              <a:rPr lang="en-IN" sz="28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cs typeface="Calibri"/>
                <a:hlinkClick r:id="rId11"/>
              </a:rPr>
              <a:t>https://cognitive.iiitb.ac.in/</a:t>
            </a:r>
            <a:r>
              <a:rPr lang="en-IN" sz="2800" u="sng" spc="-10" dirty="0" err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cs typeface="Calibri"/>
                <a:hlinkClick r:id="rId11"/>
              </a:rPr>
              <a:t>isli</a:t>
            </a:r>
            <a:r>
              <a:rPr lang="en-IN" sz="28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cs typeface="Calibri"/>
                <a:hlinkClick r:id="rId11"/>
              </a:rPr>
              <a:t>/</a:t>
            </a:r>
            <a:endParaRPr lang="en-IN" sz="2800" u="sng" spc="-10" dirty="0">
              <a:solidFill>
                <a:srgbClr val="0000FF"/>
              </a:solidFill>
              <a:uFill>
                <a:solidFill>
                  <a:srgbClr val="0000FF"/>
                </a:solidFill>
              </a:uFill>
              <a:cs typeface="Calibri"/>
            </a:endParaRPr>
          </a:p>
          <a:p>
            <a:pPr marL="469900" indent="-457200">
              <a:lnSpc>
                <a:spcPts val="3520"/>
              </a:lnSpc>
              <a:spcBef>
                <a:spcPts val="400"/>
              </a:spcBef>
              <a:buFont typeface="Wingdings" panose="05000000000000000000" pitchFamily="2" charset="2"/>
              <a:buChar char="§"/>
            </a:pPr>
            <a:endParaRPr lang="en-IN" sz="3200" u="sng" spc="-20" dirty="0">
              <a:solidFill>
                <a:schemeClr val="bg1"/>
              </a:solidFill>
              <a:uFill>
                <a:solidFill>
                  <a:srgbClr val="0000FF"/>
                </a:solidFill>
              </a:uFill>
              <a:cs typeface="Calibri"/>
            </a:endParaRPr>
          </a:p>
          <a:p>
            <a:pPr marL="27940">
              <a:lnSpc>
                <a:spcPct val="100000"/>
              </a:lnSpc>
              <a:spcBef>
                <a:spcPts val="540"/>
              </a:spcBef>
            </a:pPr>
            <a:r>
              <a:rPr lang="en-US" sz="3600" b="1" dirty="0">
                <a:solidFill>
                  <a:schemeClr val="bg1"/>
                </a:solidFill>
                <a:cs typeface="Calibri"/>
              </a:rPr>
              <a:t>Case</a:t>
            </a:r>
            <a:r>
              <a:rPr lang="en-US" sz="3600" b="1" spc="-50" dirty="0">
                <a:solidFill>
                  <a:schemeClr val="bg1"/>
                </a:solidFill>
                <a:cs typeface="Calibri"/>
              </a:rPr>
              <a:t> </a:t>
            </a:r>
            <a:r>
              <a:rPr lang="en-US" sz="3600" b="1" dirty="0">
                <a:solidFill>
                  <a:schemeClr val="bg1"/>
                </a:solidFill>
                <a:cs typeface="Calibri"/>
              </a:rPr>
              <a:t>Studies</a:t>
            </a:r>
            <a:r>
              <a:rPr lang="en-US" sz="3600" b="1" spc="-35" dirty="0">
                <a:solidFill>
                  <a:schemeClr val="bg1"/>
                </a:solidFill>
                <a:cs typeface="Calibri"/>
              </a:rPr>
              <a:t> </a:t>
            </a:r>
            <a:r>
              <a:rPr lang="en-US" sz="3600" b="1" spc="-50" dirty="0">
                <a:solidFill>
                  <a:schemeClr val="bg1"/>
                </a:solidFill>
                <a:cs typeface="Calibri"/>
              </a:rPr>
              <a:t>:</a:t>
            </a:r>
          </a:p>
          <a:p>
            <a:pPr marL="485140" indent="-457200">
              <a:lnSpc>
                <a:spcPct val="100000"/>
              </a:lnSpc>
              <a:spcBef>
                <a:spcPts val="540"/>
              </a:spcBef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cs typeface="Calibri"/>
                <a:hlinkClick r:id="rId13"/>
              </a:rPr>
              <a:t>https://islrtc.nic.in/</a:t>
            </a:r>
            <a:endParaRPr lang="en-US" sz="2800" dirty="0">
              <a:solidFill>
                <a:schemeClr val="bg1"/>
              </a:solidFill>
              <a:cs typeface="Calibri"/>
            </a:endParaRPr>
          </a:p>
          <a:p>
            <a:pPr marL="485140" indent="-457200">
              <a:lnSpc>
                <a:spcPct val="100000"/>
              </a:lnSpc>
              <a:spcBef>
                <a:spcPts val="540"/>
              </a:spcBef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cs typeface="Calibri"/>
                <a:hlinkClick r:id="rId8"/>
              </a:rPr>
              <a:t>https://signable.live/</a:t>
            </a:r>
            <a:endParaRPr lang="en-US" sz="2800" dirty="0">
              <a:solidFill>
                <a:schemeClr val="bg1"/>
              </a:solidFill>
              <a:cs typeface="Calibri"/>
            </a:endParaRPr>
          </a:p>
          <a:p>
            <a:pPr marL="485140" indent="-457200">
              <a:lnSpc>
                <a:spcPct val="100000"/>
              </a:lnSpc>
              <a:spcBef>
                <a:spcPts val="540"/>
              </a:spcBef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cs typeface="Calibri"/>
                <a:hlinkClick r:id="rId9"/>
              </a:rPr>
              <a:t>https://def.org.in/def-isl-app/</a:t>
            </a:r>
            <a:endParaRPr lang="en-US" sz="2800" dirty="0">
              <a:solidFill>
                <a:schemeClr val="bg1"/>
              </a:solidFill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75"/>
              </a:spcBef>
            </a:pPr>
            <a:endParaRPr sz="3000" dirty="0">
              <a:latin typeface="Calibri"/>
              <a:cs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805DFDB-C55C-1FA8-26C3-FCBCEEE90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072775"/>
              </p:ext>
            </p:extLst>
          </p:nvPr>
        </p:nvGraphicFramePr>
        <p:xfrm>
          <a:off x="7160531" y="2095500"/>
          <a:ext cx="10915164" cy="4019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9194">
                  <a:extLst>
                    <a:ext uri="{9D8B030D-6E8A-4147-A177-3AD203B41FA5}">
                      <a16:colId xmlns:a16="http://schemas.microsoft.com/office/drawing/2014/main" val="3946994960"/>
                    </a:ext>
                  </a:extLst>
                </a:gridCol>
                <a:gridCol w="1940881">
                  <a:extLst>
                    <a:ext uri="{9D8B030D-6E8A-4147-A177-3AD203B41FA5}">
                      <a16:colId xmlns:a16="http://schemas.microsoft.com/office/drawing/2014/main" val="3369681860"/>
                    </a:ext>
                  </a:extLst>
                </a:gridCol>
                <a:gridCol w="1697507">
                  <a:extLst>
                    <a:ext uri="{9D8B030D-6E8A-4147-A177-3AD203B41FA5}">
                      <a16:colId xmlns:a16="http://schemas.microsoft.com/office/drawing/2014/main" val="3983488926"/>
                    </a:ext>
                  </a:extLst>
                </a:gridCol>
                <a:gridCol w="1819194">
                  <a:extLst>
                    <a:ext uri="{9D8B030D-6E8A-4147-A177-3AD203B41FA5}">
                      <a16:colId xmlns:a16="http://schemas.microsoft.com/office/drawing/2014/main" val="2215851367"/>
                    </a:ext>
                  </a:extLst>
                </a:gridCol>
                <a:gridCol w="1819194">
                  <a:extLst>
                    <a:ext uri="{9D8B030D-6E8A-4147-A177-3AD203B41FA5}">
                      <a16:colId xmlns:a16="http://schemas.microsoft.com/office/drawing/2014/main" val="2845689611"/>
                    </a:ext>
                  </a:extLst>
                </a:gridCol>
                <a:gridCol w="1819194">
                  <a:extLst>
                    <a:ext uri="{9D8B030D-6E8A-4147-A177-3AD203B41FA5}">
                      <a16:colId xmlns:a16="http://schemas.microsoft.com/office/drawing/2014/main" val="2879431561"/>
                    </a:ext>
                  </a:extLst>
                </a:gridCol>
              </a:tblGrid>
              <a:tr h="758647"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endParaRPr lang="en-IN" sz="2400" b="1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algn="ctr" fontAlgn="t" latinLnBrk="0">
                        <a:buNone/>
                      </a:pPr>
                      <a:r>
                        <a:rPr lang="en-IN" sz="2400" b="1" dirty="0">
                          <a:solidFill>
                            <a:schemeClr val="bg1"/>
                          </a:solidFill>
                          <a:effectLst/>
                        </a:rPr>
                        <a:t>Feature</a:t>
                      </a:r>
                    </a:p>
                  </a:txBody>
                  <a:tcPr marL="16640" marR="16640" marT="16640" marB="16640"/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IN" sz="2400" b="1" dirty="0">
                          <a:solidFill>
                            <a:schemeClr val="bg1"/>
                          </a:solidFill>
                          <a:effectLst/>
                        </a:rPr>
                        <a:t>ISHARA (</a:t>
                      </a:r>
                      <a:r>
                        <a:rPr lang="en-IN" sz="2400" b="1" dirty="0" err="1">
                          <a:solidFill>
                            <a:schemeClr val="bg1"/>
                          </a:solidFill>
                          <a:effectLst/>
                        </a:rPr>
                        <a:t>OurPlatform</a:t>
                      </a:r>
                      <a:r>
                        <a:rPr lang="en-IN" sz="2400" b="1" dirty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</a:p>
                  </a:txBody>
                  <a:tcPr marL="16640" marR="16640" marT="16640" marB="16640"/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br>
                        <a:rPr lang="en-IN" sz="2400" b="1" dirty="0">
                          <a:effectLst/>
                        </a:rPr>
                      </a:br>
                      <a:r>
                        <a:rPr lang="en-IN" sz="2400" b="1" dirty="0" err="1">
                          <a:effectLst/>
                        </a:rPr>
                        <a:t>SignAble</a:t>
                      </a:r>
                      <a:endParaRPr lang="en-IN" sz="2400" b="1" dirty="0">
                        <a:effectLst/>
                      </a:endParaRP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endParaRPr lang="en-IN" sz="2400" b="1" dirty="0">
                        <a:effectLst/>
                      </a:endParaRPr>
                    </a:p>
                    <a:p>
                      <a:pPr algn="ctr" fontAlgn="t" latinLnBrk="0">
                        <a:buNone/>
                      </a:pPr>
                      <a:r>
                        <a:rPr lang="en-IN" sz="2400" b="1" dirty="0">
                          <a:effectLst/>
                        </a:rPr>
                        <a:t>DEF-ISL App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endParaRPr lang="en-IN" sz="2400" b="1" dirty="0">
                        <a:effectLst/>
                      </a:endParaRPr>
                    </a:p>
                    <a:p>
                      <a:pPr algn="ctr" fontAlgn="t" latinLnBrk="0">
                        <a:buNone/>
                      </a:pPr>
                      <a:r>
                        <a:rPr lang="en-IN" sz="2400" b="1" dirty="0">
                          <a:effectLst/>
                        </a:rPr>
                        <a:t>Sanket</a:t>
                      </a:r>
                    </a:p>
                  </a:txBody>
                  <a:tcPr marL="60960" marR="60960" marT="60960" marB="60960"/>
                </a:tc>
                <a:tc>
                  <a:txBody>
                    <a:bodyPr/>
                    <a:lstStyle/>
                    <a:p>
                      <a:pPr algn="ctr" fontAlgn="t" latinLnBrk="0">
                        <a:buNone/>
                      </a:pPr>
                      <a:r>
                        <a:rPr lang="en-IN" sz="2400" b="1" dirty="0">
                          <a:effectLst/>
                        </a:rPr>
                        <a:t>ISLRTC Platform</a:t>
                      </a:r>
                    </a:p>
                  </a:txBody>
                  <a:tcPr marL="60960" marR="60960" marT="60960" marB="60960"/>
                </a:tc>
                <a:extLst>
                  <a:ext uri="{0D108BD9-81ED-4DB2-BD59-A6C34878D82A}">
                    <a16:rowId xmlns:a16="http://schemas.microsoft.com/office/drawing/2014/main" val="926557883"/>
                  </a:ext>
                </a:extLst>
              </a:tr>
              <a:tr h="564078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20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Real-time Translation</a:t>
                      </a:r>
                      <a:endParaRPr lang="en-IN" sz="16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16640" marR="16640" marT="12480" marB="1248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400" b="1" dirty="0">
                          <a:effectLst/>
                        </a:rPr>
                        <a:t>    </a:t>
                      </a:r>
                    </a:p>
                  </a:txBody>
                  <a:tcPr marL="16640" marR="16640" marT="12480" marB="1248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IN" sz="1400" b="1" dirty="0">
                        <a:effectLst/>
                      </a:endParaRPr>
                    </a:p>
                  </a:txBody>
                  <a:tcPr marL="16640" marR="16640" marT="12480" marB="1248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IN" sz="1400" b="1" dirty="0">
                        <a:effectLst/>
                      </a:endParaRPr>
                    </a:p>
                  </a:txBody>
                  <a:tcPr marL="16640" marR="16640" marT="12480" marB="1248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IN" sz="1400" b="1" dirty="0">
                        <a:effectLst/>
                      </a:endParaRPr>
                    </a:p>
                  </a:txBody>
                  <a:tcPr marL="16640" marR="16640" marT="12480" marB="1248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IN" sz="1400" b="1" dirty="0">
                        <a:effectLst/>
                      </a:endParaRPr>
                    </a:p>
                  </a:txBody>
                  <a:tcPr marL="16640" marR="16640" marT="12480" marB="12480" anchor="ctr"/>
                </a:tc>
                <a:extLst>
                  <a:ext uri="{0D108BD9-81ED-4DB2-BD59-A6C34878D82A}">
                    <a16:rowId xmlns:a16="http://schemas.microsoft.com/office/drawing/2014/main" val="4016350054"/>
                  </a:ext>
                </a:extLst>
              </a:tr>
              <a:tr h="564078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20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AI/ML Gesture Recognition</a:t>
                      </a:r>
                      <a:endParaRPr lang="en-IN" sz="16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16640" marR="16640" marT="12480" marB="1248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400" b="1" dirty="0">
                          <a:effectLst/>
                        </a:rPr>
                        <a:t>        </a:t>
                      </a:r>
                    </a:p>
                  </a:txBody>
                  <a:tcPr marL="16640" marR="16640" marT="12480" marB="1248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IN" sz="1400" b="1" dirty="0">
                        <a:effectLst/>
                      </a:endParaRPr>
                    </a:p>
                  </a:txBody>
                  <a:tcPr marL="16640" marR="16640" marT="12480" marB="1248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IN" sz="1400" b="1" dirty="0">
                        <a:effectLst/>
                      </a:endParaRPr>
                    </a:p>
                  </a:txBody>
                  <a:tcPr marL="16640" marR="16640" marT="12480" marB="1248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IN" sz="1400" b="1" dirty="0">
                        <a:effectLst/>
                      </a:endParaRPr>
                    </a:p>
                  </a:txBody>
                  <a:tcPr marL="16640" marR="16640" marT="12480" marB="1248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IN" sz="1400" b="1" dirty="0">
                        <a:effectLst/>
                      </a:endParaRPr>
                    </a:p>
                  </a:txBody>
                  <a:tcPr marL="16640" marR="16640" marT="12480" marB="12480" anchor="ctr"/>
                </a:tc>
                <a:extLst>
                  <a:ext uri="{0D108BD9-81ED-4DB2-BD59-A6C34878D82A}">
                    <a16:rowId xmlns:a16="http://schemas.microsoft.com/office/drawing/2014/main" val="2689277638"/>
                  </a:ext>
                </a:extLst>
              </a:tr>
              <a:tr h="564078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20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Multilingual Support</a:t>
                      </a:r>
                      <a:endParaRPr lang="en-IN" sz="16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16640" marR="16640" marT="12480" marB="1248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1400" b="1" dirty="0">
                          <a:effectLst/>
                        </a:rPr>
                        <a:t>       </a:t>
                      </a:r>
                    </a:p>
                  </a:txBody>
                  <a:tcPr marL="16640" marR="16640" marT="12480" marB="1248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IN" sz="1400" b="1" dirty="0">
                        <a:effectLst/>
                      </a:endParaRPr>
                    </a:p>
                  </a:txBody>
                  <a:tcPr marL="16640" marR="16640" marT="12480" marB="1248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IN" sz="1400" b="1" dirty="0">
                        <a:effectLst/>
                      </a:endParaRPr>
                    </a:p>
                  </a:txBody>
                  <a:tcPr marL="16640" marR="16640" marT="12480" marB="1248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IN" sz="1400" b="1" dirty="0">
                        <a:effectLst/>
                      </a:endParaRPr>
                    </a:p>
                  </a:txBody>
                  <a:tcPr marL="16640" marR="16640" marT="12480" marB="1248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IN" sz="1400" b="1" dirty="0">
                        <a:effectLst/>
                      </a:endParaRPr>
                    </a:p>
                  </a:txBody>
                  <a:tcPr marL="16640" marR="16640" marT="12480" marB="12480" anchor="ctr"/>
                </a:tc>
                <a:extLst>
                  <a:ext uri="{0D108BD9-81ED-4DB2-BD59-A6C34878D82A}">
                    <a16:rowId xmlns:a16="http://schemas.microsoft.com/office/drawing/2014/main" val="1697056003"/>
                  </a:ext>
                </a:extLst>
              </a:tr>
              <a:tr h="564078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20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Bidirectional Communication</a:t>
                      </a:r>
                      <a:endParaRPr lang="en-IN" sz="16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16640" marR="16640" marT="12480" marB="1248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IN" sz="1400" b="1" dirty="0">
                        <a:effectLst/>
                      </a:endParaRPr>
                    </a:p>
                  </a:txBody>
                  <a:tcPr marL="16640" marR="16640" marT="12480" marB="1248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IN" sz="1400" b="1" dirty="0">
                        <a:effectLst/>
                      </a:endParaRPr>
                    </a:p>
                  </a:txBody>
                  <a:tcPr marL="16640" marR="16640" marT="12480" marB="1248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IN" sz="1400" b="1" dirty="0">
                        <a:effectLst/>
                      </a:endParaRPr>
                    </a:p>
                  </a:txBody>
                  <a:tcPr marL="16640" marR="16640" marT="12480" marB="1248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IN" sz="1400" b="1" dirty="0">
                        <a:effectLst/>
                      </a:endParaRPr>
                    </a:p>
                  </a:txBody>
                  <a:tcPr marL="16640" marR="16640" marT="12480" marB="1248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endParaRPr lang="en-IN" sz="1400" b="1" dirty="0">
                        <a:effectLst/>
                      </a:endParaRPr>
                    </a:p>
                  </a:txBody>
                  <a:tcPr marL="16640" marR="16640" marT="12480" marB="12480" anchor="ctr"/>
                </a:tc>
                <a:extLst>
                  <a:ext uri="{0D108BD9-81ED-4DB2-BD59-A6C34878D82A}">
                    <a16:rowId xmlns:a16="http://schemas.microsoft.com/office/drawing/2014/main" val="3590676294"/>
                  </a:ext>
                </a:extLst>
              </a:tr>
              <a:tr h="628164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20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Platforms</a:t>
                      </a:r>
                      <a:endParaRPr lang="en-IN" sz="16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16640" marR="16640" marT="12480" marB="1248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2400" dirty="0">
                          <a:effectLst/>
                        </a:rPr>
                        <a:t>Web, Mobile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2400" dirty="0">
                          <a:effectLst/>
                        </a:rPr>
                        <a:t>Mobile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2400" dirty="0">
                          <a:effectLst/>
                        </a:rPr>
                        <a:t>Android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2400" dirty="0">
                          <a:effectLst/>
                        </a:rPr>
                        <a:t>Web, Mobile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IN" sz="2400" dirty="0">
                          <a:effectLst/>
                        </a:rPr>
                        <a:t>Web, Mobile</a:t>
                      </a: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99966086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88C5F3D-A45B-05D3-0B43-FA0A932B313C}"/>
              </a:ext>
            </a:extLst>
          </p:cNvPr>
          <p:cNvSpPr/>
          <p:nvPr/>
        </p:nvSpPr>
        <p:spPr>
          <a:xfrm>
            <a:off x="9694371" y="3229318"/>
            <a:ext cx="266317" cy="23680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✔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20588E-8F1F-428A-EAEF-E2971521864B}"/>
              </a:ext>
            </a:extLst>
          </p:cNvPr>
          <p:cNvSpPr/>
          <p:nvPr/>
        </p:nvSpPr>
        <p:spPr>
          <a:xfrm>
            <a:off x="11663596" y="3225811"/>
            <a:ext cx="266317" cy="23680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  <a:p>
            <a:pPr algn="ctr"/>
            <a:r>
              <a:rPr lang="en-IN" b="1" dirty="0"/>
              <a:t>✘</a:t>
            </a:r>
          </a:p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1C4F91-C8C2-8204-C945-2C166B412536}"/>
              </a:ext>
            </a:extLst>
          </p:cNvPr>
          <p:cNvSpPr/>
          <p:nvPr/>
        </p:nvSpPr>
        <p:spPr>
          <a:xfrm>
            <a:off x="9694371" y="3905774"/>
            <a:ext cx="266317" cy="23680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✔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B968CE-0EB5-8327-A2A2-4E30D3BFD661}"/>
              </a:ext>
            </a:extLst>
          </p:cNvPr>
          <p:cNvSpPr/>
          <p:nvPr/>
        </p:nvSpPr>
        <p:spPr>
          <a:xfrm>
            <a:off x="9694371" y="4477500"/>
            <a:ext cx="266317" cy="23680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✔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27A21D-193C-889E-DC08-E29E826CEC0A}"/>
              </a:ext>
            </a:extLst>
          </p:cNvPr>
          <p:cNvSpPr/>
          <p:nvPr/>
        </p:nvSpPr>
        <p:spPr>
          <a:xfrm>
            <a:off x="9694371" y="5127983"/>
            <a:ext cx="266317" cy="23680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✔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E50FEA-7EE6-B33B-8801-67B36FCF7B48}"/>
              </a:ext>
            </a:extLst>
          </p:cNvPr>
          <p:cNvSpPr/>
          <p:nvPr/>
        </p:nvSpPr>
        <p:spPr>
          <a:xfrm>
            <a:off x="11663596" y="3873479"/>
            <a:ext cx="266317" cy="23680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  <a:p>
            <a:pPr algn="ctr"/>
            <a:r>
              <a:rPr lang="en-IN" b="1" dirty="0"/>
              <a:t>✘</a:t>
            </a:r>
          </a:p>
          <a:p>
            <a:pPr algn="ctr"/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66C850-1725-DDB0-3A0E-43D7A92F9299}"/>
              </a:ext>
            </a:extLst>
          </p:cNvPr>
          <p:cNvSpPr/>
          <p:nvPr/>
        </p:nvSpPr>
        <p:spPr>
          <a:xfrm>
            <a:off x="11663595" y="4498704"/>
            <a:ext cx="266317" cy="23680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  <a:p>
            <a:pPr algn="ctr"/>
            <a:r>
              <a:rPr lang="en-IN" b="1" dirty="0"/>
              <a:t>✘</a:t>
            </a:r>
          </a:p>
          <a:p>
            <a:pPr algn="ctr"/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0D4A78-B657-B8F2-A1EC-32594D3CEF88}"/>
              </a:ext>
            </a:extLst>
          </p:cNvPr>
          <p:cNvSpPr/>
          <p:nvPr/>
        </p:nvSpPr>
        <p:spPr>
          <a:xfrm>
            <a:off x="11663594" y="5123929"/>
            <a:ext cx="266317" cy="23680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  <a:p>
            <a:pPr algn="ctr"/>
            <a:r>
              <a:rPr lang="en-IN" b="1" dirty="0"/>
              <a:t>✘</a:t>
            </a:r>
          </a:p>
          <a:p>
            <a:pPr algn="ctr"/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0D5B17E-2383-582F-3838-5C6843610C76}"/>
              </a:ext>
            </a:extLst>
          </p:cNvPr>
          <p:cNvSpPr/>
          <p:nvPr/>
        </p:nvSpPr>
        <p:spPr>
          <a:xfrm>
            <a:off x="13434747" y="3209458"/>
            <a:ext cx="266317" cy="23680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  <a:p>
            <a:pPr algn="ctr"/>
            <a:r>
              <a:rPr lang="en-IN" b="1" dirty="0"/>
              <a:t>✘</a:t>
            </a:r>
          </a:p>
          <a:p>
            <a:pPr algn="ctr"/>
            <a:endParaRPr lang="en-I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CF4D2B-E9FB-38A5-52ED-3E74C5376466}"/>
              </a:ext>
            </a:extLst>
          </p:cNvPr>
          <p:cNvSpPr/>
          <p:nvPr/>
        </p:nvSpPr>
        <p:spPr>
          <a:xfrm>
            <a:off x="15193379" y="3162300"/>
            <a:ext cx="266317" cy="23680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  <a:p>
            <a:pPr algn="ctr"/>
            <a:r>
              <a:rPr lang="en-IN" b="1" dirty="0"/>
              <a:t>✘</a:t>
            </a:r>
          </a:p>
          <a:p>
            <a:pPr algn="ctr"/>
            <a:endParaRPr lang="en-I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C2D27B-5D7E-5C04-C13A-AA72ACD23CCD}"/>
              </a:ext>
            </a:extLst>
          </p:cNvPr>
          <p:cNvSpPr/>
          <p:nvPr/>
        </p:nvSpPr>
        <p:spPr>
          <a:xfrm>
            <a:off x="17089158" y="3209458"/>
            <a:ext cx="266317" cy="23680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  <a:p>
            <a:pPr algn="ctr"/>
            <a:r>
              <a:rPr lang="en-IN" b="1" dirty="0"/>
              <a:t>✘</a:t>
            </a:r>
          </a:p>
          <a:p>
            <a:pPr algn="ctr"/>
            <a:endParaRPr lang="en-IN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B837151-97C7-FA9D-81C8-1B9B128FF396}"/>
              </a:ext>
            </a:extLst>
          </p:cNvPr>
          <p:cNvSpPr/>
          <p:nvPr/>
        </p:nvSpPr>
        <p:spPr>
          <a:xfrm>
            <a:off x="13434747" y="3905774"/>
            <a:ext cx="266317" cy="23680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✔</a:t>
            </a:r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3EE98B-F0D9-4049-83DC-8C81B1275A79}"/>
              </a:ext>
            </a:extLst>
          </p:cNvPr>
          <p:cNvSpPr/>
          <p:nvPr/>
        </p:nvSpPr>
        <p:spPr>
          <a:xfrm>
            <a:off x="15211638" y="3867917"/>
            <a:ext cx="266317" cy="23680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  <a:p>
            <a:pPr algn="ctr"/>
            <a:r>
              <a:rPr lang="en-IN" b="1" dirty="0"/>
              <a:t>✘</a:t>
            </a:r>
          </a:p>
          <a:p>
            <a:pPr algn="ctr"/>
            <a:endParaRPr lang="en-IN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09E5441-4BB3-259E-1FA8-BC53942868B8}"/>
              </a:ext>
            </a:extLst>
          </p:cNvPr>
          <p:cNvSpPr/>
          <p:nvPr/>
        </p:nvSpPr>
        <p:spPr>
          <a:xfrm>
            <a:off x="17100922" y="3847015"/>
            <a:ext cx="266317" cy="23680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  <a:p>
            <a:pPr algn="ctr"/>
            <a:r>
              <a:rPr lang="en-IN" b="1" dirty="0"/>
              <a:t>✘</a:t>
            </a:r>
          </a:p>
          <a:p>
            <a:pPr algn="ctr"/>
            <a:endParaRPr lang="en-IN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13A37BC-3FAE-8556-0551-57E04584862A}"/>
              </a:ext>
            </a:extLst>
          </p:cNvPr>
          <p:cNvSpPr/>
          <p:nvPr/>
        </p:nvSpPr>
        <p:spPr>
          <a:xfrm>
            <a:off x="13451727" y="4498704"/>
            <a:ext cx="266317" cy="23680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  <a:p>
            <a:pPr algn="ctr"/>
            <a:r>
              <a:rPr lang="en-IN" b="1" dirty="0"/>
              <a:t>✘</a:t>
            </a:r>
          </a:p>
          <a:p>
            <a:pPr algn="ctr"/>
            <a:endParaRPr lang="en-IN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104D069-F4AA-D9BA-A91B-57E363640B14}"/>
              </a:ext>
            </a:extLst>
          </p:cNvPr>
          <p:cNvSpPr/>
          <p:nvPr/>
        </p:nvSpPr>
        <p:spPr>
          <a:xfrm>
            <a:off x="15211639" y="4498704"/>
            <a:ext cx="266317" cy="23680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  <a:p>
            <a:pPr algn="ctr"/>
            <a:r>
              <a:rPr lang="en-IN" b="1" dirty="0"/>
              <a:t>✘</a:t>
            </a:r>
          </a:p>
          <a:p>
            <a:pPr algn="ctr"/>
            <a:endParaRPr lang="en-IN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08A1B0A-F219-98C9-0E9A-6CF85BD8A6C5}"/>
              </a:ext>
            </a:extLst>
          </p:cNvPr>
          <p:cNvSpPr/>
          <p:nvPr/>
        </p:nvSpPr>
        <p:spPr>
          <a:xfrm>
            <a:off x="17089157" y="4477500"/>
            <a:ext cx="266317" cy="23680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  <a:p>
            <a:pPr algn="ctr"/>
            <a:r>
              <a:rPr lang="en-IN" b="1" dirty="0"/>
              <a:t>✘</a:t>
            </a:r>
          </a:p>
          <a:p>
            <a:pPr algn="ctr"/>
            <a:endParaRPr lang="en-IN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52C7673-24D9-503D-EDEE-C8ACD0EA746B}"/>
              </a:ext>
            </a:extLst>
          </p:cNvPr>
          <p:cNvSpPr/>
          <p:nvPr/>
        </p:nvSpPr>
        <p:spPr>
          <a:xfrm>
            <a:off x="13434747" y="5175160"/>
            <a:ext cx="266317" cy="23680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  <a:p>
            <a:pPr algn="ctr"/>
            <a:r>
              <a:rPr lang="en-IN" b="1" dirty="0"/>
              <a:t>✘</a:t>
            </a:r>
          </a:p>
          <a:p>
            <a:pPr algn="ctr"/>
            <a:endParaRPr lang="en-IN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14EFF55-633E-E7C8-7CDD-06D0C88AE788}"/>
              </a:ext>
            </a:extLst>
          </p:cNvPr>
          <p:cNvSpPr/>
          <p:nvPr/>
        </p:nvSpPr>
        <p:spPr>
          <a:xfrm>
            <a:off x="15235484" y="5142762"/>
            <a:ext cx="266317" cy="23680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  <a:p>
            <a:pPr algn="ctr"/>
            <a:r>
              <a:rPr lang="en-IN" b="1" dirty="0"/>
              <a:t>✘</a:t>
            </a:r>
          </a:p>
          <a:p>
            <a:pPr algn="ctr"/>
            <a:endParaRPr lang="en-IN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80EC919-DBA7-639F-784C-392A97DAB52F}"/>
              </a:ext>
            </a:extLst>
          </p:cNvPr>
          <p:cNvSpPr/>
          <p:nvPr/>
        </p:nvSpPr>
        <p:spPr>
          <a:xfrm>
            <a:off x="17109722" y="5142498"/>
            <a:ext cx="266317" cy="23680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  <a:p>
            <a:pPr algn="ctr"/>
            <a:r>
              <a:rPr lang="en-IN" b="1" dirty="0"/>
              <a:t>✘</a:t>
            </a:r>
          </a:p>
          <a:p>
            <a:pPr algn="ctr"/>
            <a:endParaRPr lang="en-IN" dirty="0"/>
          </a:p>
        </p:txBody>
      </p:sp>
      <p:sp>
        <p:nvSpPr>
          <p:cNvPr id="31" name="TextBox 37">
            <a:extLst>
              <a:ext uri="{FF2B5EF4-FFF2-40B4-BE49-F238E27FC236}">
                <a16:creationId xmlns:a16="http://schemas.microsoft.com/office/drawing/2014/main" id="{11E3D55C-ECCC-B218-5317-EABDA755FFC8}"/>
              </a:ext>
            </a:extLst>
          </p:cNvPr>
          <p:cNvSpPr txBox="1"/>
          <p:nvPr/>
        </p:nvSpPr>
        <p:spPr>
          <a:xfrm>
            <a:off x="4724400" y="6611880"/>
            <a:ext cx="14212688" cy="5801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FFFF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Demo Video Link : </a:t>
            </a:r>
            <a:r>
              <a:rPr lang="en-US" sz="3500" b="1" dirty="0">
                <a:solidFill>
                  <a:srgbClr val="1800A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3500" b="1" dirty="0">
                <a:solidFill>
                  <a:srgbClr val="1800AD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14"/>
              </a:rPr>
              <a:t>https://youtu.be/SrEAjmk_OdE</a:t>
            </a:r>
            <a:endParaRPr lang="en-US" sz="3500" b="1" dirty="0">
              <a:solidFill>
                <a:srgbClr val="1800AD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32" name="TextBox 37">
            <a:extLst>
              <a:ext uri="{FF2B5EF4-FFF2-40B4-BE49-F238E27FC236}">
                <a16:creationId xmlns:a16="http://schemas.microsoft.com/office/drawing/2014/main" id="{01BA8BEF-D956-0BF0-AD2A-83037FB60E48}"/>
              </a:ext>
            </a:extLst>
          </p:cNvPr>
          <p:cNvSpPr txBox="1"/>
          <p:nvPr/>
        </p:nvSpPr>
        <p:spPr>
          <a:xfrm>
            <a:off x="6505596" y="7479661"/>
            <a:ext cx="8839200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FFFF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MVP Link :  </a:t>
            </a:r>
            <a:r>
              <a:rPr lang="en-US" sz="3500" b="1" dirty="0">
                <a:solidFill>
                  <a:srgbClr val="FFFF00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15" action="ppaction://hlinkfile"/>
              </a:rPr>
              <a:t>kridikshit.onrender.com</a:t>
            </a:r>
            <a:endParaRPr lang="en-US" sz="3500" b="1" dirty="0">
              <a:solidFill>
                <a:srgbClr val="FFFF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30C0425-B6E8-3504-00D1-02599CFDCC26}"/>
              </a:ext>
            </a:extLst>
          </p:cNvPr>
          <p:cNvSpPr txBox="1"/>
          <p:nvPr/>
        </p:nvSpPr>
        <p:spPr>
          <a:xfrm>
            <a:off x="6537303" y="8189301"/>
            <a:ext cx="8062667" cy="188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FFFF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Android Application link (APK) : </a:t>
            </a:r>
            <a:r>
              <a:rPr lang="en-US" sz="3500" b="1" dirty="0">
                <a:solidFill>
                  <a:srgbClr val="FFFF00"/>
                </a:solidFill>
                <a:latin typeface="Calibri (MS) Bold"/>
                <a:ea typeface="Calibri (MS) Bold"/>
                <a:cs typeface="Calibri (MS) Bold"/>
                <a:sym typeface="Calibri (MS) Bold"/>
                <a:hlinkClick r:id="rId16"/>
              </a:rPr>
              <a:t>https://www.upload-apk.com/en/kfzyzHCzTVVOK3i</a:t>
            </a:r>
            <a:r>
              <a:rPr lang="en-US" sz="3500" b="1" dirty="0">
                <a:solidFill>
                  <a:srgbClr val="FFFF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endParaRPr lang="en-US" sz="3500" b="1" dirty="0">
              <a:solidFill>
                <a:srgbClr val="1800AD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</p:spTree>
    <p:extLst>
      <p:ext uri="{BB962C8B-B14F-4D97-AF65-F5344CB8AC3E}">
        <p14:creationId xmlns:p14="http://schemas.microsoft.com/office/powerpoint/2010/main" val="3555807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8C134C-CA76-06ED-1963-F0E58D879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B560ABAF-1A19-B0EC-0E94-E3E52126FB07}"/>
              </a:ext>
            </a:extLst>
          </p:cNvPr>
          <p:cNvSpPr/>
          <p:nvPr/>
        </p:nvSpPr>
        <p:spPr>
          <a:xfrm rot="-5400000">
            <a:off x="3905451" y="-4606044"/>
            <a:ext cx="11177825" cy="19873686"/>
          </a:xfrm>
          <a:custGeom>
            <a:avLst/>
            <a:gdLst/>
            <a:ahLst/>
            <a:cxnLst/>
            <a:rect l="l" t="t" r="r" b="b"/>
            <a:pathLst>
              <a:path w="11177825" h="19873686">
                <a:moveTo>
                  <a:pt x="0" y="0"/>
                </a:moveTo>
                <a:lnTo>
                  <a:pt x="11177825" y="0"/>
                </a:lnTo>
                <a:lnTo>
                  <a:pt x="11177825" y="19873686"/>
                </a:lnTo>
                <a:lnTo>
                  <a:pt x="0" y="198736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A89584E8-6C3F-0B26-F3CC-A43B1C6E8E9A}"/>
              </a:ext>
            </a:extLst>
          </p:cNvPr>
          <p:cNvGrpSpPr/>
          <p:nvPr/>
        </p:nvGrpSpPr>
        <p:grpSpPr>
          <a:xfrm>
            <a:off x="420283" y="1638300"/>
            <a:ext cx="17447434" cy="1973484"/>
            <a:chOff x="0" y="0"/>
            <a:chExt cx="4351475" cy="49219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E73A9F6-BB79-5A94-3BB1-86921B34FEAC}"/>
                </a:ext>
              </a:extLst>
            </p:cNvPr>
            <p:cNvSpPr/>
            <p:nvPr/>
          </p:nvSpPr>
          <p:spPr>
            <a:xfrm>
              <a:off x="0" y="0"/>
              <a:ext cx="4351475" cy="492196"/>
            </a:xfrm>
            <a:custGeom>
              <a:avLst/>
              <a:gdLst/>
              <a:ahLst/>
              <a:cxnLst/>
              <a:rect l="l" t="t" r="r" b="b"/>
              <a:pathLst>
                <a:path w="4351475" h="492196">
                  <a:moveTo>
                    <a:pt x="44373" y="0"/>
                  </a:moveTo>
                  <a:lnTo>
                    <a:pt x="4307102" y="0"/>
                  </a:lnTo>
                  <a:cubicBezTo>
                    <a:pt x="4318870" y="0"/>
                    <a:pt x="4330157" y="4675"/>
                    <a:pt x="4338479" y="12997"/>
                  </a:cubicBezTo>
                  <a:cubicBezTo>
                    <a:pt x="4346800" y="21318"/>
                    <a:pt x="4351475" y="32604"/>
                    <a:pt x="4351475" y="44373"/>
                  </a:cubicBezTo>
                  <a:lnTo>
                    <a:pt x="4351475" y="447824"/>
                  </a:lnTo>
                  <a:cubicBezTo>
                    <a:pt x="4351475" y="459592"/>
                    <a:pt x="4346800" y="470878"/>
                    <a:pt x="4338479" y="479200"/>
                  </a:cubicBezTo>
                  <a:cubicBezTo>
                    <a:pt x="4330157" y="487522"/>
                    <a:pt x="4318870" y="492196"/>
                    <a:pt x="4307102" y="492196"/>
                  </a:cubicBezTo>
                  <a:lnTo>
                    <a:pt x="44373" y="492196"/>
                  </a:lnTo>
                  <a:cubicBezTo>
                    <a:pt x="32604" y="492196"/>
                    <a:pt x="21318" y="487522"/>
                    <a:pt x="12997" y="479200"/>
                  </a:cubicBezTo>
                  <a:cubicBezTo>
                    <a:pt x="4675" y="470878"/>
                    <a:pt x="0" y="459592"/>
                    <a:pt x="0" y="447824"/>
                  </a:cubicBezTo>
                  <a:lnTo>
                    <a:pt x="0" y="44373"/>
                  </a:lnTo>
                  <a:cubicBezTo>
                    <a:pt x="0" y="32604"/>
                    <a:pt x="4675" y="21318"/>
                    <a:pt x="12997" y="12997"/>
                  </a:cubicBezTo>
                  <a:cubicBezTo>
                    <a:pt x="21318" y="4675"/>
                    <a:pt x="32604" y="0"/>
                    <a:pt x="44373" y="0"/>
                  </a:cubicBezTo>
                  <a:close/>
                </a:path>
              </a:pathLst>
            </a:custGeom>
            <a:solidFill>
              <a:srgbClr val="000000">
                <a:alpha val="34902"/>
              </a:srgbClr>
            </a:solidFill>
            <a:ln w="38100" cap="rnd">
              <a:solidFill>
                <a:srgbClr val="E47F42">
                  <a:alpha val="34902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FC01D0A-E1D8-3BA6-A12F-807FC7A837A8}"/>
                </a:ext>
              </a:extLst>
            </p:cNvPr>
            <p:cNvSpPr txBox="1"/>
            <p:nvPr/>
          </p:nvSpPr>
          <p:spPr>
            <a:xfrm>
              <a:off x="0" y="-47625"/>
              <a:ext cx="4351475" cy="5398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7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EF09403E-B3C6-F429-69CD-57B20953B3BE}"/>
              </a:ext>
            </a:extLst>
          </p:cNvPr>
          <p:cNvSpPr/>
          <p:nvPr/>
        </p:nvSpPr>
        <p:spPr>
          <a:xfrm>
            <a:off x="7747368" y="1638300"/>
            <a:ext cx="2218659" cy="1890160"/>
          </a:xfrm>
          <a:custGeom>
            <a:avLst/>
            <a:gdLst/>
            <a:ahLst/>
            <a:cxnLst/>
            <a:rect l="l" t="t" r="r" b="b"/>
            <a:pathLst>
              <a:path w="2218659" h="1890160">
                <a:moveTo>
                  <a:pt x="0" y="0"/>
                </a:moveTo>
                <a:lnTo>
                  <a:pt x="2218659" y="0"/>
                </a:lnTo>
                <a:lnTo>
                  <a:pt x="2218659" y="1890160"/>
                </a:lnTo>
                <a:lnTo>
                  <a:pt x="0" y="18901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840" t="-13167" r="-6840" b="-202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77B59C9B-65DC-FE94-F3B2-88EC5DBFB950}"/>
              </a:ext>
            </a:extLst>
          </p:cNvPr>
          <p:cNvSpPr/>
          <p:nvPr/>
        </p:nvSpPr>
        <p:spPr>
          <a:xfrm>
            <a:off x="6192802" y="1979694"/>
            <a:ext cx="1300456" cy="1300456"/>
          </a:xfrm>
          <a:custGeom>
            <a:avLst/>
            <a:gdLst/>
            <a:ahLst/>
            <a:cxnLst/>
            <a:rect l="l" t="t" r="r" b="b"/>
            <a:pathLst>
              <a:path w="1300456" h="1300456">
                <a:moveTo>
                  <a:pt x="0" y="0"/>
                </a:moveTo>
                <a:lnTo>
                  <a:pt x="1300456" y="0"/>
                </a:lnTo>
                <a:lnTo>
                  <a:pt x="1300456" y="1300456"/>
                </a:lnTo>
                <a:lnTo>
                  <a:pt x="0" y="13004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4133FA8-8CA7-7538-0DFD-0B6252C4FE1E}"/>
              </a:ext>
            </a:extLst>
          </p:cNvPr>
          <p:cNvSpPr/>
          <p:nvPr/>
        </p:nvSpPr>
        <p:spPr>
          <a:xfrm>
            <a:off x="2640480" y="2095500"/>
            <a:ext cx="1247279" cy="1046956"/>
          </a:xfrm>
          <a:custGeom>
            <a:avLst/>
            <a:gdLst/>
            <a:ahLst/>
            <a:cxnLst/>
            <a:rect l="l" t="t" r="r" b="b"/>
            <a:pathLst>
              <a:path w="1105101" h="771461">
                <a:moveTo>
                  <a:pt x="0" y="0"/>
                </a:moveTo>
                <a:lnTo>
                  <a:pt x="1105101" y="0"/>
                </a:lnTo>
                <a:lnTo>
                  <a:pt x="1105101" y="771461"/>
                </a:lnTo>
                <a:lnTo>
                  <a:pt x="0" y="7714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4642" r="-63095" b="-4799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371C0389-C087-6BDF-47A2-1B68981FFCF9}"/>
              </a:ext>
            </a:extLst>
          </p:cNvPr>
          <p:cNvSpPr/>
          <p:nvPr/>
        </p:nvSpPr>
        <p:spPr>
          <a:xfrm>
            <a:off x="14054012" y="1854241"/>
            <a:ext cx="1677177" cy="1674219"/>
          </a:xfrm>
          <a:custGeom>
            <a:avLst/>
            <a:gdLst/>
            <a:ahLst/>
            <a:cxnLst/>
            <a:rect l="l" t="t" r="r" b="b"/>
            <a:pathLst>
              <a:path w="1677177" h="1674219">
                <a:moveTo>
                  <a:pt x="0" y="0"/>
                </a:moveTo>
                <a:lnTo>
                  <a:pt x="1677178" y="0"/>
                </a:lnTo>
                <a:lnTo>
                  <a:pt x="1677178" y="1674219"/>
                </a:lnTo>
                <a:lnTo>
                  <a:pt x="0" y="16742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836" t="-507" b="-50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4">
            <a:extLst>
              <a:ext uri="{FF2B5EF4-FFF2-40B4-BE49-F238E27FC236}">
                <a16:creationId xmlns:a16="http://schemas.microsoft.com/office/drawing/2014/main" id="{5C3A55C2-75B1-DA62-3A80-950C405B9E2B}"/>
              </a:ext>
            </a:extLst>
          </p:cNvPr>
          <p:cNvSpPr/>
          <p:nvPr/>
        </p:nvSpPr>
        <p:spPr>
          <a:xfrm>
            <a:off x="15983130" y="1925326"/>
            <a:ext cx="1341500" cy="1341500"/>
          </a:xfrm>
          <a:custGeom>
            <a:avLst/>
            <a:gdLst/>
            <a:ahLst/>
            <a:cxnLst/>
            <a:rect l="l" t="t" r="r" b="b"/>
            <a:pathLst>
              <a:path w="1341500" h="1341500">
                <a:moveTo>
                  <a:pt x="0" y="0"/>
                </a:moveTo>
                <a:lnTo>
                  <a:pt x="1341500" y="0"/>
                </a:lnTo>
                <a:lnTo>
                  <a:pt x="1341500" y="1341500"/>
                </a:lnTo>
                <a:lnTo>
                  <a:pt x="0" y="13415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5">
            <a:extLst>
              <a:ext uri="{FF2B5EF4-FFF2-40B4-BE49-F238E27FC236}">
                <a16:creationId xmlns:a16="http://schemas.microsoft.com/office/drawing/2014/main" id="{B18C9F32-5FE9-EB12-0961-80E99DB7A12D}"/>
              </a:ext>
            </a:extLst>
          </p:cNvPr>
          <p:cNvSpPr/>
          <p:nvPr/>
        </p:nvSpPr>
        <p:spPr>
          <a:xfrm>
            <a:off x="546996" y="1428093"/>
            <a:ext cx="2334286" cy="2334286"/>
          </a:xfrm>
          <a:custGeom>
            <a:avLst/>
            <a:gdLst/>
            <a:ahLst/>
            <a:cxnLst/>
            <a:rect l="l" t="t" r="r" b="b"/>
            <a:pathLst>
              <a:path w="2334286" h="2334286">
                <a:moveTo>
                  <a:pt x="0" y="0"/>
                </a:moveTo>
                <a:lnTo>
                  <a:pt x="2334285" y="0"/>
                </a:lnTo>
                <a:lnTo>
                  <a:pt x="2334285" y="2334285"/>
                </a:lnTo>
                <a:lnTo>
                  <a:pt x="0" y="233428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6">
            <a:extLst>
              <a:ext uri="{FF2B5EF4-FFF2-40B4-BE49-F238E27FC236}">
                <a16:creationId xmlns:a16="http://schemas.microsoft.com/office/drawing/2014/main" id="{36AD78C3-D308-F0E5-18D9-3A58E39DB598}"/>
              </a:ext>
            </a:extLst>
          </p:cNvPr>
          <p:cNvSpPr/>
          <p:nvPr/>
        </p:nvSpPr>
        <p:spPr>
          <a:xfrm>
            <a:off x="12339754" y="1914120"/>
            <a:ext cx="1199908" cy="1343181"/>
          </a:xfrm>
          <a:custGeom>
            <a:avLst/>
            <a:gdLst/>
            <a:ahLst/>
            <a:cxnLst/>
            <a:rect l="l" t="t" r="r" b="b"/>
            <a:pathLst>
              <a:path w="1199908" h="1343181">
                <a:moveTo>
                  <a:pt x="0" y="0"/>
                </a:moveTo>
                <a:lnTo>
                  <a:pt x="1199908" y="0"/>
                </a:lnTo>
                <a:lnTo>
                  <a:pt x="1199908" y="1343181"/>
                </a:lnTo>
                <a:lnTo>
                  <a:pt x="0" y="134318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22">
            <a:extLst>
              <a:ext uri="{FF2B5EF4-FFF2-40B4-BE49-F238E27FC236}">
                <a16:creationId xmlns:a16="http://schemas.microsoft.com/office/drawing/2014/main" id="{549920B4-6D0D-FABF-FD18-D12C4F6D0650}"/>
              </a:ext>
            </a:extLst>
          </p:cNvPr>
          <p:cNvSpPr/>
          <p:nvPr/>
        </p:nvSpPr>
        <p:spPr>
          <a:xfrm>
            <a:off x="10220137" y="1925326"/>
            <a:ext cx="1540743" cy="1409193"/>
          </a:xfrm>
          <a:custGeom>
            <a:avLst/>
            <a:gdLst/>
            <a:ahLst/>
            <a:cxnLst/>
            <a:rect l="l" t="t" r="r" b="b"/>
            <a:pathLst>
              <a:path w="1540743" h="1409193">
                <a:moveTo>
                  <a:pt x="0" y="0"/>
                </a:moveTo>
                <a:lnTo>
                  <a:pt x="1540744" y="0"/>
                </a:lnTo>
                <a:lnTo>
                  <a:pt x="1540744" y="1409193"/>
                </a:lnTo>
                <a:lnTo>
                  <a:pt x="0" y="140919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290" t="-173" b="-50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23">
            <a:extLst>
              <a:ext uri="{FF2B5EF4-FFF2-40B4-BE49-F238E27FC236}">
                <a16:creationId xmlns:a16="http://schemas.microsoft.com/office/drawing/2014/main" id="{773062BA-853E-4B52-EC0F-114DE1C52802}"/>
              </a:ext>
            </a:extLst>
          </p:cNvPr>
          <p:cNvSpPr/>
          <p:nvPr/>
        </p:nvSpPr>
        <p:spPr>
          <a:xfrm>
            <a:off x="4196713" y="1925326"/>
            <a:ext cx="1480807" cy="1437732"/>
          </a:xfrm>
          <a:custGeom>
            <a:avLst/>
            <a:gdLst/>
            <a:ahLst/>
            <a:cxnLst/>
            <a:rect l="l" t="t" r="r" b="b"/>
            <a:pathLst>
              <a:path w="1480807" h="1437732">
                <a:moveTo>
                  <a:pt x="0" y="0"/>
                </a:moveTo>
                <a:lnTo>
                  <a:pt x="1480807" y="0"/>
                </a:lnTo>
                <a:lnTo>
                  <a:pt x="1480807" y="1437731"/>
                </a:lnTo>
                <a:lnTo>
                  <a:pt x="0" y="143773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t="-3869" r="-3545" b="-27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5C872B-9AB9-428E-7CDA-D6BDAA0B175D}"/>
              </a:ext>
            </a:extLst>
          </p:cNvPr>
          <p:cNvSpPr/>
          <p:nvPr/>
        </p:nvSpPr>
        <p:spPr>
          <a:xfrm>
            <a:off x="5383676" y="4681835"/>
            <a:ext cx="7520649" cy="186204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1500" b="1" cap="none" spc="0" dirty="0">
                <a:ln w="22225">
                  <a:noFill/>
                  <a:prstDash val="solid"/>
                </a:ln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6264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247f6d11-7378-4cce-9d01-6768b03e9b7f</Template>
  <TotalTime>280</TotalTime>
  <Words>809</Words>
  <Application>Microsoft Office PowerPoint</Application>
  <PresentationFormat>Custom</PresentationFormat>
  <Paragraphs>132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Horizon</vt:lpstr>
      <vt:lpstr>Wingdings</vt:lpstr>
      <vt:lpstr>Arial</vt:lpstr>
      <vt:lpstr>Calibri</vt:lpstr>
      <vt:lpstr>Cy Grotesk Wide Semi-Bold</vt:lpstr>
      <vt:lpstr>Arimo Bold</vt:lpstr>
      <vt:lpstr>Calibri (MS)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karan negi</dc:creator>
  <cp:lastModifiedBy>Krishnav Talukdar</cp:lastModifiedBy>
  <cp:revision>2</cp:revision>
  <dcterms:created xsi:type="dcterms:W3CDTF">2026-03-06T15:10:39Z</dcterms:created>
  <dcterms:modified xsi:type="dcterms:W3CDTF">2026-03-06T20:38:05Z</dcterms:modified>
  <dc:identifier>DAHB9eJZGBc</dc:identifier>
</cp:coreProperties>
</file>